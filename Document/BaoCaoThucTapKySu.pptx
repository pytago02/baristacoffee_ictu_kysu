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6.xml" ContentType="application/vnd.openxmlformats-officedocument.presentationml.tags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3" r:id="rId3"/>
  </p:sldMasterIdLst>
  <p:notesMasterIdLst>
    <p:notesMasterId r:id="rId24"/>
  </p:notesMasterIdLst>
  <p:sldIdLst>
    <p:sldId id="412" r:id="rId4"/>
    <p:sldId id="413" r:id="rId5"/>
    <p:sldId id="327" r:id="rId6"/>
    <p:sldId id="302" r:id="rId7"/>
    <p:sldId id="402" r:id="rId8"/>
    <p:sldId id="415" r:id="rId9"/>
    <p:sldId id="332" r:id="rId10"/>
    <p:sldId id="414" r:id="rId11"/>
    <p:sldId id="416" r:id="rId12"/>
    <p:sldId id="295" r:id="rId13"/>
    <p:sldId id="418" r:id="rId14"/>
    <p:sldId id="420" r:id="rId15"/>
    <p:sldId id="430" r:id="rId16"/>
    <p:sldId id="419" r:id="rId17"/>
    <p:sldId id="421" r:id="rId18"/>
    <p:sldId id="422" r:id="rId19"/>
    <p:sldId id="423" r:id="rId20"/>
    <p:sldId id="424" r:id="rId21"/>
    <p:sldId id="358" r:id="rId22"/>
    <p:sldId id="383" r:id="rId23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6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6" autoAdjust="0"/>
    <p:restoredTop sz="95673" autoAdjust="0"/>
  </p:normalViewPr>
  <p:slideViewPr>
    <p:cSldViewPr snapToGrid="0" showGuides="1">
      <p:cViewPr varScale="1">
        <p:scale>
          <a:sx n="109" d="100"/>
          <a:sy n="109" d="100"/>
        </p:scale>
        <p:origin x="852" y="108"/>
      </p:cViewPr>
      <p:guideLst>
        <p:guide orient="horz" pos="2286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DB7EE-8553-4306-9D5A-405415FEE7F5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F273AF-5923-4D78-B493-1B018D52F0B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3BEF2-C2F2-E6CC-3025-95837B8A1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92A881-BA29-6F3F-EAF3-DD2D52A55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ED2B55-4ABC-006A-BB89-C61735875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E030EE-CD95-1F18-12B1-DE3B8289AE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6B9D0F-9225-4952-8434-38C29095FB5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037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462AA-72D5-F951-D058-5AF6E82C9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277CA2-3DC4-FC7E-DC68-51AAC3ACB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50C758-C582-90DA-2C8E-9E8079CC6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D19FBA-EF5D-2131-6792-07EC129D48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6B9D0F-9225-4952-8434-38C29095FB5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749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EA7AF-3AEC-4994-8709-76DC0F6C8F6F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F273AF-5923-4D78-B493-1B018D52F0B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9EC556-0E4F-4361-96C2-0C2CAFEAB7B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EEA44-4D5C-184E-C121-4C14C77E5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EA4DB4-949E-2220-6696-C9947E9EE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7B705D8-5222-6890-C31F-609925C51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0B7FBA-B755-1841-DA05-15C0CEEE5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F273AF-5923-4D78-B493-1B018D52F0B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9758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9EC556-0E4F-4361-96C2-0C2CAFEAB7B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56682-F5A7-A108-FD5D-47328BA6C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D2BEBD-84A2-D274-2210-6707D625F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1A5348F-53A9-833A-CCA3-C19BD4336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43FCB4-36E1-2D5F-F550-A3FCF9F7F5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9EC556-0E4F-4361-96C2-0C2CAFEAB7B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7711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933F0-100F-1EA8-0274-B845B70B5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C35DE5-5D0F-E0E1-7DF6-EED7D48D9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A2CDB6-7DB2-D8FE-944D-7DA75256D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BF2AD2-B86A-DA6B-DBE9-F0415DF1AF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F273AF-5923-4D78-B493-1B018D52F0B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452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F273AF-5923-4D78-B493-1B018D52F0B3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CFC98-2C43-B4FF-F87A-E30AEB934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2CD7B1-544F-C1E1-52D1-E3B3293A0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2BF400-CDF9-246E-E2DC-0C9FB4313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F0D967-AFDA-DAA6-4B06-582A50AD4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9EC556-0E4F-4361-96C2-0C2CAFEAB7B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8780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42018-7E61-44C7-0C69-CDA14E37E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40E88E-BAB3-841E-1BA8-E0F471F39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3DF41A-2135-DE9E-A35C-AAEE485C0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B251D0-C4A5-55BE-B05F-2A08EF5368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9EC556-0E4F-4361-96C2-0C2CAFEAB7B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54068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318A6-B890-8341-C3FF-B7280463A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1AF5A29-4E36-F743-3F38-025EAEC3B4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0056152-B10E-69DF-23D9-DEF4A560C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014C7D-F7EE-F263-A4D7-643389BE3E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9EC556-0E4F-4361-96C2-0C2CAFEAB7B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3610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0E535-5833-D4D7-D4AB-DB3C04E19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F6D9D1-5253-A481-952A-6B5F1E31C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0BA102-42C3-C081-4C15-9F9B3D05E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CD15D6-ED30-0417-C0F8-FB52CA49E9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9EC556-0E4F-4361-96C2-0C2CAFEAB7B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46827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D125F-FD7F-40A4-8A83-1AE770D1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96ED9E-96B4-150F-05FE-17EB71CA5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3E151A-2C8F-7F59-2D0B-57C86FBCA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F1F1F6-4D25-1E42-F9DC-B13202BDE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F273AF-5923-4D78-B493-1B018D52F0B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3421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32F40-BA13-0E30-C6F5-0AF2A93B9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D6BB06-9F75-70B7-A57E-43F2A4048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F3AE10-C047-6895-EB24-34B593EC4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572223-26A0-E489-72AE-782C54334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F273AF-5923-4D78-B493-1B018D52F0B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4170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21D16-416C-BB91-3129-F4745F385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288939-2934-6F30-A4A5-1222B9168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CAF090-4048-559F-670F-26E994B0C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D58D38-FFC0-AB66-F4AF-A7FBA3843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F273AF-5923-4D78-B493-1B018D52F0B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302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2D00F-6736-03BF-1971-BAC49703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587635-79F7-E3A5-49E3-0E6A5740F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06792B-7E45-25AB-54F0-F8D6B2319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660479-3F98-D854-A3F9-1717177683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F273AF-5923-4D78-B493-1B018D52F0B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9619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F273AF-5923-4D78-B493-1B018D52F0B3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6B9D0F-9225-4952-8434-38C29095FB54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5"/>
            <a:ext cx="10363200" cy="1470026"/>
          </a:xfrm>
        </p:spPr>
        <p:txBody>
          <a:bodyPr>
            <a:normAutofit/>
          </a:bodyPr>
          <a:lstStyle/>
          <a:p>
            <a:r>
              <a:rPr lang="vi-VN" altLang="vi-VN">
                <a:latin typeface="Noto Sans"/>
                <a:ea typeface="Noto Sans"/>
              </a:rPr>
              <a:t>Bấm vào đây để chỉnh sửa kiểu tiêu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1" cy="175260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38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77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509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348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18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02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86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70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vi-VN" altLang="vi-VN">
                <a:latin typeface="Noto Sans"/>
                <a:ea typeface="Noto Sans"/>
              </a:rPr>
              <a:t>Bấm vào đây để chỉnh sửa kiểu phụ đề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87459E12-B4B2-45E3-8380-85B0EFC69055}" type="datetimeFigureOut">
              <a:rPr lang="vi-VN" altLang="vi-VN" sz="1200" smtClean="0">
                <a:latin typeface="Noto Sans"/>
                <a:ea typeface="Noto Sans"/>
              </a:rPr>
              <a:t>14/11/2025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109C2AD-CA39-43E2-BBEF-768E308D7275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altLang="vi-VN">
                <a:latin typeface="Noto Sans"/>
                <a:ea typeface="Noto Sans"/>
              </a:rPr>
              <a:t>Bấm vào đây để chỉnh sửa kiểu tiêu đề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vi-VN" altLang="vi-VN">
                <a:latin typeface="Noto Sans"/>
                <a:ea typeface="Noto Sans"/>
              </a:rPr>
              <a:t>Bấm vào đây để chỉnh sửa kiểu văn bản chính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87459E12-B4B2-45E3-8380-85B0EFC69055}" type="datetimeFigureOut">
              <a:rPr lang="vi-VN" altLang="vi-VN" sz="1200" smtClean="0">
                <a:latin typeface="Noto Sans"/>
                <a:ea typeface="Noto Sans"/>
              </a:rPr>
              <a:t>14/11/2025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109C2AD-CA39-43E2-BBEF-768E308D7275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>
            <a:normAutofit/>
          </a:bodyPr>
          <a:lstStyle>
            <a:lvl1pPr algn="l">
              <a:defRPr sz="4230" b="1" cap="all"/>
            </a:lvl1pPr>
          </a:lstStyle>
          <a:p>
            <a:r>
              <a:rPr lang="vi-VN" altLang="vi-VN">
                <a:latin typeface="Noto Sans"/>
                <a:ea typeface="Noto Sans"/>
              </a:rPr>
              <a:t>Bấm vào đây để chỉnh sửa kiểu tiêu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115">
                <a:solidFill>
                  <a:schemeClr val="tx1">
                    <a:tint val="75000"/>
                  </a:schemeClr>
                </a:solidFill>
              </a:defRPr>
            </a:lvl1pPr>
            <a:lvl2pPr marL="483870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2pPr>
            <a:lvl3pPr marL="96774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3pPr>
            <a:lvl4pPr marL="1450975" indent="0">
              <a:buNone/>
              <a:defRPr sz="1480">
                <a:solidFill>
                  <a:schemeClr val="tx1">
                    <a:tint val="75000"/>
                  </a:schemeClr>
                </a:solidFill>
              </a:defRPr>
            </a:lvl4pPr>
            <a:lvl5pPr marL="1934845" indent="0">
              <a:buNone/>
              <a:defRPr sz="1480">
                <a:solidFill>
                  <a:schemeClr val="tx1">
                    <a:tint val="75000"/>
                  </a:schemeClr>
                </a:solidFill>
              </a:defRPr>
            </a:lvl5pPr>
            <a:lvl6pPr marL="2418715" indent="0">
              <a:buNone/>
              <a:defRPr sz="1480">
                <a:solidFill>
                  <a:schemeClr val="tx1">
                    <a:tint val="75000"/>
                  </a:schemeClr>
                </a:solidFill>
              </a:defRPr>
            </a:lvl6pPr>
            <a:lvl7pPr marL="2902585" indent="0">
              <a:buNone/>
              <a:defRPr sz="1480">
                <a:solidFill>
                  <a:schemeClr val="tx1">
                    <a:tint val="75000"/>
                  </a:schemeClr>
                </a:solidFill>
              </a:defRPr>
            </a:lvl7pPr>
            <a:lvl8pPr marL="3386455" indent="0">
              <a:buNone/>
              <a:defRPr sz="1480">
                <a:solidFill>
                  <a:schemeClr val="tx1">
                    <a:tint val="75000"/>
                  </a:schemeClr>
                </a:solidFill>
              </a:defRPr>
            </a:lvl8pPr>
            <a:lvl9pPr marL="3870325" indent="0">
              <a:buNone/>
              <a:defRPr sz="14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 altLang="vi-VN">
                <a:latin typeface="Noto Sans"/>
                <a:ea typeface="Noto Sans"/>
              </a:rPr>
              <a:t>Bấm vào đây để chỉnh sửa kiểu văn bản chính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87459E12-B4B2-45E3-8380-85B0EFC69055}" type="datetimeFigureOut">
              <a:rPr lang="vi-VN" altLang="vi-VN" sz="1200" smtClean="0">
                <a:latin typeface="Noto Sans"/>
                <a:ea typeface="Noto Sans"/>
              </a:rPr>
              <a:t>14/11/2025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109C2AD-CA39-43E2-BBEF-768E308D7275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altLang="vi-VN">
                <a:latin typeface="Noto Sans"/>
                <a:ea typeface="Noto Sans"/>
              </a:rPr>
              <a:t>Bấm vào đây để chỉnh sửa kiểu tiêu đề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8352" y="1511301"/>
            <a:ext cx="6811433" cy="4276725"/>
          </a:xfrm>
        </p:spPr>
        <p:txBody>
          <a:bodyPr>
            <a:normAutofit/>
          </a:bodyPr>
          <a:lstStyle>
            <a:lvl1pPr>
              <a:defRPr sz="2965"/>
            </a:lvl1pPr>
            <a:lvl2pPr>
              <a:defRPr sz="2540"/>
            </a:lvl2pPr>
            <a:lvl3pPr>
              <a:defRPr sz="2115"/>
            </a:lvl3pPr>
            <a:lvl4pPr>
              <a:defRPr sz="1905"/>
            </a:lvl4pPr>
            <a:lvl5pPr>
              <a:defRPr sz="1905"/>
            </a:lvl5pPr>
            <a:lvl6pPr>
              <a:defRPr sz="1905"/>
            </a:lvl6pPr>
            <a:lvl7pPr>
              <a:defRPr sz="1905"/>
            </a:lvl7pPr>
            <a:lvl8pPr>
              <a:defRPr sz="1905"/>
            </a:lvl8pPr>
            <a:lvl9pPr>
              <a:defRPr sz="1905"/>
            </a:lvl9pPr>
          </a:lstStyle>
          <a:p>
            <a:pPr lvl="0"/>
            <a:r>
              <a:rPr lang="vi-VN" altLang="vi-VN">
                <a:latin typeface="Noto Sans"/>
                <a:ea typeface="Noto Sans"/>
              </a:rPr>
              <a:t>Bấm vào đây để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782985" y="1511301"/>
            <a:ext cx="6811433" cy="4276725"/>
          </a:xfrm>
        </p:spPr>
        <p:txBody>
          <a:bodyPr>
            <a:normAutofit/>
          </a:bodyPr>
          <a:lstStyle>
            <a:lvl1pPr>
              <a:defRPr sz="2965"/>
            </a:lvl1pPr>
            <a:lvl2pPr>
              <a:defRPr sz="2540"/>
            </a:lvl2pPr>
            <a:lvl3pPr>
              <a:defRPr sz="2115"/>
            </a:lvl3pPr>
            <a:lvl4pPr>
              <a:defRPr sz="1905"/>
            </a:lvl4pPr>
            <a:lvl5pPr>
              <a:defRPr sz="1905"/>
            </a:lvl5pPr>
            <a:lvl6pPr>
              <a:defRPr sz="1905"/>
            </a:lvl6pPr>
            <a:lvl7pPr>
              <a:defRPr sz="1905"/>
            </a:lvl7pPr>
            <a:lvl8pPr>
              <a:defRPr sz="1905"/>
            </a:lvl8pPr>
            <a:lvl9pPr>
              <a:defRPr sz="1905"/>
            </a:lvl9pPr>
          </a:lstStyle>
          <a:p>
            <a:pPr lvl="0"/>
            <a:r>
              <a:rPr lang="vi-VN" altLang="vi-VN">
                <a:latin typeface="Noto Sans"/>
                <a:ea typeface="Noto Sans"/>
              </a:rPr>
              <a:t>Bấm vào đây để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87459E12-B4B2-45E3-8380-85B0EFC69055}" type="datetimeFigureOut">
              <a:rPr lang="vi-VN" altLang="vi-VN" sz="1200" smtClean="0">
                <a:latin typeface="Noto Sans"/>
                <a:ea typeface="Noto Sans"/>
              </a:rPr>
              <a:t>14/11/2025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109C2AD-CA39-43E2-BBEF-768E308D7275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1" cy="1143000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r>
              <a:rPr lang="vi-VN" altLang="vi-VN">
                <a:latin typeface="Noto Sans"/>
                <a:ea typeface="Noto Sans"/>
              </a:rPr>
              <a:t>Bấm vào đây để chỉnh sửa kiểu tiêu đề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6917" cy="639762"/>
          </a:xfrm>
        </p:spPr>
        <p:txBody>
          <a:bodyPr anchor="t">
            <a:normAutofit/>
          </a:bodyPr>
          <a:lstStyle>
            <a:lvl1pPr marL="0" indent="0">
              <a:buNone/>
              <a:defRPr sz="2540" b="1"/>
            </a:lvl1pPr>
            <a:lvl2pPr marL="483870" indent="0">
              <a:buNone/>
              <a:defRPr sz="2115" b="1"/>
            </a:lvl2pPr>
            <a:lvl3pPr marL="967740" indent="0">
              <a:buNone/>
              <a:defRPr sz="1905" b="1"/>
            </a:lvl3pPr>
            <a:lvl4pPr marL="1450975" indent="0">
              <a:buNone/>
              <a:defRPr sz="1695" b="1"/>
            </a:lvl4pPr>
            <a:lvl5pPr marL="1934845" indent="0">
              <a:buNone/>
              <a:defRPr sz="1695" b="1"/>
            </a:lvl5pPr>
            <a:lvl6pPr marL="2418715" indent="0">
              <a:buNone/>
              <a:defRPr sz="1695" b="1"/>
            </a:lvl6pPr>
            <a:lvl7pPr marL="2902585" indent="0">
              <a:buNone/>
              <a:defRPr sz="1695" b="1"/>
            </a:lvl7pPr>
            <a:lvl8pPr marL="3386455" indent="0">
              <a:buNone/>
              <a:defRPr sz="1695" b="1"/>
            </a:lvl8pPr>
            <a:lvl9pPr marL="3870325" indent="0">
              <a:buNone/>
              <a:defRPr sz="1695" b="1"/>
            </a:lvl9pPr>
          </a:lstStyle>
          <a:p>
            <a:pPr lvl="0"/>
            <a:r>
              <a:rPr lang="vi-VN" altLang="vi-VN" sz="1700">
                <a:latin typeface="Noto Sans"/>
                <a:ea typeface="Noto Sans"/>
              </a:rPr>
              <a:t>Bấm vào đây để chỉnh sửa kiểu văn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6"/>
            <a:ext cx="5386917" cy="3951288"/>
          </a:xfrm>
        </p:spPr>
        <p:txBody>
          <a:bodyPr>
            <a:normAutofit/>
          </a:bodyPr>
          <a:lstStyle>
            <a:lvl1pPr>
              <a:defRPr sz="2540"/>
            </a:lvl1pPr>
            <a:lvl2pPr>
              <a:defRPr sz="2115"/>
            </a:lvl2pPr>
            <a:lvl3pPr>
              <a:defRPr sz="1905"/>
            </a:lvl3pPr>
            <a:lvl4pPr>
              <a:defRPr sz="1695"/>
            </a:lvl4pPr>
            <a:lvl5pPr>
              <a:defRPr sz="1695"/>
            </a:lvl5pPr>
            <a:lvl6pPr>
              <a:defRPr sz="1695"/>
            </a:lvl6pPr>
            <a:lvl7pPr>
              <a:defRPr sz="1695"/>
            </a:lvl7pPr>
            <a:lvl8pPr>
              <a:defRPr sz="1695"/>
            </a:lvl8pPr>
            <a:lvl9pPr>
              <a:defRPr sz="1695"/>
            </a:lvl9pPr>
          </a:lstStyle>
          <a:p>
            <a:pPr lvl="0"/>
            <a:r>
              <a:rPr lang="vi-VN" altLang="vi-VN">
                <a:latin typeface="Noto Sans"/>
                <a:ea typeface="Noto Sans"/>
              </a:rPr>
              <a:t>Bấm vào đây để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t">
            <a:normAutofit/>
          </a:bodyPr>
          <a:lstStyle>
            <a:lvl1pPr marL="0" indent="0">
              <a:buNone/>
              <a:defRPr sz="2540" b="1"/>
            </a:lvl1pPr>
            <a:lvl2pPr marL="483870" indent="0">
              <a:buNone/>
              <a:defRPr sz="2115" b="1"/>
            </a:lvl2pPr>
            <a:lvl3pPr marL="967740" indent="0">
              <a:buNone/>
              <a:defRPr sz="1905" b="1"/>
            </a:lvl3pPr>
            <a:lvl4pPr marL="1450975" indent="0">
              <a:buNone/>
              <a:defRPr sz="1695" b="1"/>
            </a:lvl4pPr>
            <a:lvl5pPr marL="1934845" indent="0">
              <a:buNone/>
              <a:defRPr sz="1695" b="1"/>
            </a:lvl5pPr>
            <a:lvl6pPr marL="2418715" indent="0">
              <a:buNone/>
              <a:defRPr sz="1695" b="1"/>
            </a:lvl6pPr>
            <a:lvl7pPr marL="2902585" indent="0">
              <a:buNone/>
              <a:defRPr sz="1695" b="1"/>
            </a:lvl7pPr>
            <a:lvl8pPr marL="3386455" indent="0">
              <a:buNone/>
              <a:defRPr sz="1695" b="1"/>
            </a:lvl8pPr>
            <a:lvl9pPr marL="3870325" indent="0">
              <a:buNone/>
              <a:defRPr sz="1695" b="1"/>
            </a:lvl9pPr>
          </a:lstStyle>
          <a:p>
            <a:pPr lvl="0"/>
            <a:r>
              <a:rPr lang="vi-VN" altLang="vi-VN" sz="1700">
                <a:latin typeface="Noto Sans"/>
                <a:ea typeface="Noto Sans"/>
              </a:rPr>
              <a:t>Bấm vào đây để chỉnh sửa kiểu văn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6"/>
            <a:ext cx="5389033" cy="3951288"/>
          </a:xfrm>
        </p:spPr>
        <p:txBody>
          <a:bodyPr>
            <a:normAutofit/>
          </a:bodyPr>
          <a:lstStyle>
            <a:lvl1pPr>
              <a:defRPr sz="2540"/>
            </a:lvl1pPr>
            <a:lvl2pPr>
              <a:defRPr sz="2115"/>
            </a:lvl2pPr>
            <a:lvl3pPr>
              <a:defRPr sz="1905"/>
            </a:lvl3pPr>
            <a:lvl4pPr>
              <a:defRPr sz="1695"/>
            </a:lvl4pPr>
            <a:lvl5pPr>
              <a:defRPr sz="1695"/>
            </a:lvl5pPr>
            <a:lvl6pPr>
              <a:defRPr sz="1695"/>
            </a:lvl6pPr>
            <a:lvl7pPr>
              <a:defRPr sz="1695"/>
            </a:lvl7pPr>
            <a:lvl8pPr>
              <a:defRPr sz="1695"/>
            </a:lvl8pPr>
            <a:lvl9pPr>
              <a:defRPr sz="1695"/>
            </a:lvl9pPr>
          </a:lstStyle>
          <a:p>
            <a:pPr lvl="0"/>
            <a:r>
              <a:rPr lang="vi-VN" altLang="vi-VN">
                <a:latin typeface="Noto Sans"/>
                <a:ea typeface="Noto Sans"/>
              </a:rPr>
              <a:t>Bấm vào đây để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87459E12-B4B2-45E3-8380-85B0EFC69055}" type="datetimeFigureOut">
              <a:rPr lang="vi-VN" altLang="vi-VN" sz="1200" smtClean="0">
                <a:latin typeface="Noto Sans"/>
                <a:ea typeface="Noto Sans"/>
              </a:rPr>
              <a:t>14/11/2025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109C2AD-CA39-43E2-BBEF-768E308D7275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altLang="vi-VN">
                <a:latin typeface="Noto Sans"/>
                <a:ea typeface="Noto Sans"/>
              </a:rPr>
              <a:t>Bấm vào đây để chỉnh sửa kiểu tiêu đề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87459E12-B4B2-45E3-8380-85B0EFC69055}" type="datetimeFigureOut">
              <a:rPr lang="vi-VN" altLang="vi-VN" sz="1200" smtClean="0">
                <a:latin typeface="Noto Sans"/>
                <a:ea typeface="Noto Sans"/>
              </a:rPr>
              <a:t>14/11/2025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109C2AD-CA39-43E2-BBEF-768E308D7275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87459E12-B4B2-45E3-8380-85B0EFC69055}" type="datetimeFigureOut">
              <a:rPr lang="vi-VN" altLang="vi-VN" sz="1200" smtClean="0">
                <a:latin typeface="Noto Sans"/>
                <a:ea typeface="Noto Sans"/>
              </a:rPr>
              <a:t>14/11/2025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109C2AD-CA39-43E2-BBEF-768E308D7275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t">
            <a:normAutofit/>
          </a:bodyPr>
          <a:lstStyle>
            <a:lvl1pPr algn="l">
              <a:defRPr sz="2115" b="1"/>
            </a:lvl1pPr>
          </a:lstStyle>
          <a:p>
            <a:r>
              <a:rPr lang="vi-VN" altLang="vi-VN">
                <a:latin typeface="Noto Sans"/>
                <a:ea typeface="Noto Sans"/>
              </a:rPr>
              <a:t>Bấm vào đây để chỉnh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>
            <a:normAutofit/>
          </a:bodyPr>
          <a:lstStyle>
            <a:lvl1pPr>
              <a:defRPr sz="3385"/>
            </a:lvl1pPr>
            <a:lvl2pPr>
              <a:defRPr sz="2965"/>
            </a:lvl2pPr>
            <a:lvl3pPr>
              <a:defRPr sz="2540"/>
            </a:lvl3pPr>
            <a:lvl4pPr>
              <a:defRPr sz="2115"/>
            </a:lvl4pPr>
            <a:lvl5pPr>
              <a:defRPr sz="2115"/>
            </a:lvl5pPr>
            <a:lvl6pPr>
              <a:defRPr sz="2115"/>
            </a:lvl6pPr>
            <a:lvl7pPr>
              <a:defRPr sz="2115"/>
            </a:lvl7pPr>
            <a:lvl8pPr>
              <a:defRPr sz="2115"/>
            </a:lvl8pPr>
            <a:lvl9pPr>
              <a:defRPr sz="2115"/>
            </a:lvl9pPr>
          </a:lstStyle>
          <a:p>
            <a:pPr lvl="0"/>
            <a:r>
              <a:rPr lang="vi-VN" altLang="vi-VN">
                <a:latin typeface="Noto Sans"/>
                <a:ea typeface="Noto Sans"/>
              </a:rPr>
              <a:t>Bấm vào đây để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0"/>
            <a:ext cx="4011084" cy="4691063"/>
          </a:xfrm>
        </p:spPr>
        <p:txBody>
          <a:bodyPr>
            <a:normAutofit/>
          </a:bodyPr>
          <a:lstStyle>
            <a:lvl1pPr marL="0" indent="0">
              <a:buNone/>
              <a:defRPr sz="1480"/>
            </a:lvl1pPr>
            <a:lvl2pPr marL="483870" indent="0">
              <a:buNone/>
              <a:defRPr sz="1270"/>
            </a:lvl2pPr>
            <a:lvl3pPr marL="967740" indent="0">
              <a:buNone/>
              <a:defRPr sz="1060"/>
            </a:lvl3pPr>
            <a:lvl4pPr marL="1450975" indent="0">
              <a:buNone/>
              <a:defRPr sz="950"/>
            </a:lvl4pPr>
            <a:lvl5pPr marL="1934845" indent="0">
              <a:buNone/>
              <a:defRPr sz="950"/>
            </a:lvl5pPr>
            <a:lvl6pPr marL="2418715" indent="0">
              <a:buNone/>
              <a:defRPr sz="950"/>
            </a:lvl6pPr>
            <a:lvl7pPr marL="2902585" indent="0">
              <a:buNone/>
              <a:defRPr sz="950"/>
            </a:lvl7pPr>
            <a:lvl8pPr marL="3386455" indent="0">
              <a:buNone/>
              <a:defRPr sz="950"/>
            </a:lvl8pPr>
            <a:lvl9pPr marL="3870325" indent="0">
              <a:buNone/>
              <a:defRPr sz="950"/>
            </a:lvl9pPr>
          </a:lstStyle>
          <a:p>
            <a:pPr lvl="0"/>
            <a:r>
              <a:rPr lang="vi-VN" altLang="vi-VN">
                <a:latin typeface="Noto Sans"/>
                <a:ea typeface="Noto Sans"/>
              </a:rPr>
              <a:t>Bấm vào đây để chỉnh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87459E12-B4B2-45E3-8380-85B0EFC69055}" type="datetimeFigureOut">
              <a:rPr lang="vi-VN" altLang="vi-VN" sz="1200" smtClean="0">
                <a:latin typeface="Noto Sans"/>
                <a:ea typeface="Noto Sans"/>
              </a:rPr>
              <a:t>14/11/2025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109C2AD-CA39-43E2-BBEF-768E308D7275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t">
            <a:normAutofit/>
          </a:bodyPr>
          <a:lstStyle>
            <a:lvl1pPr algn="l">
              <a:defRPr sz="2115" b="1"/>
            </a:lvl1pPr>
          </a:lstStyle>
          <a:p>
            <a:r>
              <a:rPr lang="vi-VN" altLang="vi-VN">
                <a:latin typeface="Noto Sans"/>
                <a:ea typeface="Noto Sans"/>
              </a:rPr>
              <a:t>Bấm vào đây để chỉnh sửa kiểu tiêu đề chính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6"/>
            <a:ext cx="7315200" cy="4114800"/>
          </a:xfrm>
        </p:spPr>
        <p:txBody>
          <a:bodyPr/>
          <a:lstStyle>
            <a:lvl1pPr marL="0" indent="0">
              <a:buNone/>
              <a:defRPr sz="3385"/>
            </a:lvl1pPr>
            <a:lvl2pPr marL="483870" indent="0">
              <a:buNone/>
              <a:defRPr sz="2965"/>
            </a:lvl2pPr>
            <a:lvl3pPr marL="967740" indent="0">
              <a:buNone/>
              <a:defRPr sz="2540"/>
            </a:lvl3pPr>
            <a:lvl4pPr marL="1450975" indent="0">
              <a:buNone/>
              <a:defRPr sz="2115"/>
            </a:lvl4pPr>
            <a:lvl5pPr marL="1934845" indent="0">
              <a:buNone/>
              <a:defRPr sz="2115"/>
            </a:lvl5pPr>
            <a:lvl6pPr marL="2418715" indent="0">
              <a:buNone/>
              <a:defRPr sz="2115"/>
            </a:lvl6pPr>
            <a:lvl7pPr marL="2902585" indent="0">
              <a:buNone/>
              <a:defRPr sz="2115"/>
            </a:lvl7pPr>
            <a:lvl8pPr marL="3386455" indent="0">
              <a:buNone/>
              <a:defRPr sz="2115"/>
            </a:lvl8pPr>
            <a:lvl9pPr marL="3870325" indent="0">
              <a:buNone/>
              <a:defRPr sz="211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>
            <a:normAutofit/>
          </a:bodyPr>
          <a:lstStyle>
            <a:lvl1pPr marL="0" indent="0">
              <a:buNone/>
              <a:defRPr sz="1480"/>
            </a:lvl1pPr>
            <a:lvl2pPr marL="483870" indent="0">
              <a:buNone/>
              <a:defRPr sz="1270"/>
            </a:lvl2pPr>
            <a:lvl3pPr marL="967740" indent="0">
              <a:buNone/>
              <a:defRPr sz="1060"/>
            </a:lvl3pPr>
            <a:lvl4pPr marL="1450975" indent="0">
              <a:buNone/>
              <a:defRPr sz="950"/>
            </a:lvl4pPr>
            <a:lvl5pPr marL="1934845" indent="0">
              <a:buNone/>
              <a:defRPr sz="950"/>
            </a:lvl5pPr>
            <a:lvl6pPr marL="2418715" indent="0">
              <a:buNone/>
              <a:defRPr sz="950"/>
            </a:lvl6pPr>
            <a:lvl7pPr marL="2902585" indent="0">
              <a:buNone/>
              <a:defRPr sz="950"/>
            </a:lvl7pPr>
            <a:lvl8pPr marL="3386455" indent="0">
              <a:buNone/>
              <a:defRPr sz="950"/>
            </a:lvl8pPr>
            <a:lvl9pPr marL="3870325" indent="0">
              <a:buNone/>
              <a:defRPr sz="950"/>
            </a:lvl9pPr>
          </a:lstStyle>
          <a:p>
            <a:pPr lvl="0"/>
            <a:r>
              <a:rPr lang="vi-VN" altLang="vi-VN">
                <a:latin typeface="Noto Sans"/>
                <a:ea typeface="Noto Sans"/>
              </a:rPr>
              <a:t>Bấm vào đây để chỉnh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87459E12-B4B2-45E3-8380-85B0EFC69055}" type="datetimeFigureOut">
              <a:rPr lang="vi-VN" altLang="vi-VN" sz="1200" smtClean="0">
                <a:latin typeface="Noto Sans"/>
                <a:ea typeface="Noto Sans"/>
              </a:rPr>
              <a:t>14/11/2025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109C2AD-CA39-43E2-BBEF-768E308D7275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altLang="vi-VN">
                <a:latin typeface="Noto Sans"/>
                <a:ea typeface="Noto Sans"/>
              </a:rPr>
              <a:t>Bấm vào đây để chỉnh sửa kiểu tiêu đề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vert">
            <a:normAutofit/>
          </a:bodyPr>
          <a:lstStyle/>
          <a:p>
            <a:pPr lvl="0"/>
            <a:r>
              <a:rPr lang="vi-VN" altLang="vi-VN" sz="2900">
                <a:latin typeface="Noto Sans"/>
                <a:ea typeface="Noto Sans"/>
              </a:rPr>
              <a:t>Bấm vào đây để chỉnh sửa kiểu văn bản chính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87459E12-B4B2-45E3-8380-85B0EFC69055}" type="datetimeFigureOut">
              <a:rPr lang="vi-VN" altLang="vi-VN" sz="1200" smtClean="0">
                <a:latin typeface="Noto Sans"/>
                <a:ea typeface="Noto Sans"/>
              </a:rPr>
              <a:t>14/11/2025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109C2AD-CA39-43E2-BBEF-768E308D7275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137901" y="258764"/>
            <a:ext cx="3456517" cy="5529262"/>
          </a:xfrm>
        </p:spPr>
        <p:txBody>
          <a:bodyPr vert="vert">
            <a:normAutofit/>
          </a:bodyPr>
          <a:lstStyle/>
          <a:p>
            <a:r>
              <a:rPr lang="vi-VN" altLang="vi-VN" sz="4000">
                <a:latin typeface="Noto Sans"/>
                <a:ea typeface="Noto Sans"/>
              </a:rPr>
              <a:t>Bấm vào đây để chỉnh sửa kiểu tiêu đề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8350" y="258764"/>
            <a:ext cx="10166350" cy="5529262"/>
          </a:xfrm>
        </p:spPr>
        <p:txBody>
          <a:bodyPr vert="vert">
            <a:normAutofit/>
          </a:bodyPr>
          <a:lstStyle/>
          <a:p>
            <a:pPr lvl="0"/>
            <a:r>
              <a:rPr lang="vi-VN" altLang="vi-VN">
                <a:latin typeface="Noto Sans"/>
                <a:ea typeface="Noto Sans"/>
              </a:rPr>
              <a:t>Bấm vào đây để chỉnh sửa kiểu văn bản chính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87459E12-B4B2-45E3-8380-85B0EFC69055}" type="datetimeFigureOut">
              <a:rPr lang="vi-VN" altLang="vi-VN" sz="1200" smtClean="0">
                <a:latin typeface="Noto Sans"/>
                <a:ea typeface="Noto Sans"/>
              </a:rPr>
              <a:t>14/11/2025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109C2AD-CA39-43E2-BBEF-768E308D7275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6" y="2130426"/>
            <a:ext cx="10363200" cy="147002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vi-VN" altLang="vi-VN">
                <a:latin typeface="Noto Sans"/>
                <a:ea typeface="Noto Sans"/>
              </a:rPr>
              <a:t>Bấm vào đây để chỉnh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7" y="3886200"/>
            <a:ext cx="8534401" cy="17526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5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8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90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34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5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80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vi-VN" altLang="vi-VN">
                <a:latin typeface="Noto Sans"/>
                <a:ea typeface="Noto Sans"/>
              </a:rPr>
              <a:t>Bấm vào đây để chỉnh sửa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>
            <a:normAutofit fontScale="90000" lnSpcReduction="20000"/>
          </a:bodyPr>
          <a:lstStyle/>
          <a:p>
            <a:pPr defTabSz="1245235"/>
            <a:fld id="{FD725410-BEFA-4075-99F8-9B76E6135EB8}" type="datetimeFigureOut">
              <a:rPr lang="vi-VN" altLang="vi-VN" sz="2300" smtClean="0">
                <a:solidFill>
                  <a:srgbClr val="FFFFFF"/>
                </a:solidFill>
                <a:latin typeface="Noto Sans"/>
                <a:ea typeface="Noto Sans"/>
              </a:rPr>
              <a:t>14/11/2025</a:t>
            </a:fld>
            <a:endParaRPr lang="zh-CN" altLang="en-US" sz="2435">
              <a:solidFill>
                <a:srgbClr val="FFFFFF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245235"/>
            <a:endParaRPr lang="zh-CN" altLang="en-US" sz="2435">
              <a:solidFill>
                <a:srgbClr val="FFFFFF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defTabSz="1245235"/>
            <a:fld id="{ABCBC4E8-88EF-4446-9533-1BB591964EAE}" type="slidenum">
              <a:rPr lang="vi-VN" altLang="vi-VN" sz="2435" smtClean="0">
                <a:solidFill>
                  <a:srgbClr val="FFFFFF"/>
                </a:solidFill>
                <a:latin typeface="Noto Sans"/>
                <a:ea typeface="Noto Sans"/>
              </a:rPr>
              <a:t>‹#›</a:t>
            </a:fld>
            <a:endParaRPr lang="zh-CN" altLang="en-US" sz="2435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6" y="274644"/>
            <a:ext cx="10972801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vi-VN" altLang="vi-VN">
                <a:latin typeface="Noto Sans"/>
                <a:ea typeface="Noto Sans"/>
              </a:rPr>
              <a:t>Bấm vào đây để chỉnh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6" y="1600202"/>
            <a:ext cx="10972801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vi-VN" altLang="vi-VN">
                <a:latin typeface="Noto Sans"/>
                <a:ea typeface="Noto Sans"/>
              </a:rPr>
              <a:t>Bấm vào đây để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>
            <a:normAutofit fontScale="90000" lnSpcReduction="20000"/>
          </a:bodyPr>
          <a:lstStyle/>
          <a:p>
            <a:pPr defTabSz="1245235"/>
            <a:fld id="{FD725410-BEFA-4075-99F8-9B76E6135EB8}" type="datetimeFigureOut">
              <a:rPr lang="vi-VN" altLang="vi-VN" sz="2300" smtClean="0">
                <a:solidFill>
                  <a:srgbClr val="FFFFFF"/>
                </a:solidFill>
                <a:latin typeface="Noto Sans"/>
                <a:ea typeface="Noto Sans"/>
              </a:rPr>
              <a:t>14/11/2025</a:t>
            </a:fld>
            <a:endParaRPr lang="zh-CN" altLang="en-US" sz="2435">
              <a:solidFill>
                <a:srgbClr val="FFFFFF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245235"/>
            <a:endParaRPr lang="zh-CN" altLang="en-US" sz="2435">
              <a:solidFill>
                <a:srgbClr val="FFFFFF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defTabSz="1245235"/>
            <a:fld id="{ABCBC4E8-88EF-4446-9533-1BB591964EAE}" type="slidenum">
              <a:rPr lang="vi-VN" altLang="vi-VN" sz="2435" smtClean="0">
                <a:solidFill>
                  <a:srgbClr val="FFFFFF"/>
                </a:solidFill>
                <a:latin typeface="Noto Sans"/>
                <a:ea typeface="Noto Sans"/>
              </a:rPr>
              <a:t>‹#›</a:t>
            </a:fld>
            <a:endParaRPr lang="zh-CN" altLang="en-US" sz="2435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6" y="4406904"/>
            <a:ext cx="10363200" cy="1362075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5395" b="1" cap="all"/>
            </a:lvl1pPr>
          </a:lstStyle>
          <a:p>
            <a:r>
              <a:rPr lang="vi-VN" altLang="vi-VN" sz="5300">
                <a:latin typeface="Noto Sans"/>
                <a:ea typeface="Noto Sans"/>
              </a:rPr>
              <a:t>Bấm vào đây để chỉnh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6" y="2906716"/>
            <a:ext cx="10363200" cy="150018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750">
                <a:solidFill>
                  <a:schemeClr val="tx1">
                    <a:tint val="75000"/>
                  </a:schemeClr>
                </a:solidFill>
              </a:defRPr>
            </a:lvl1pPr>
            <a:lvl2pPr marL="622935" indent="0">
              <a:buNone/>
              <a:defRPr sz="2435">
                <a:solidFill>
                  <a:schemeClr val="tx1">
                    <a:tint val="75000"/>
                  </a:schemeClr>
                </a:solidFill>
              </a:defRPr>
            </a:lvl2pPr>
            <a:lvl3pPr marL="1245235" indent="0">
              <a:buNone/>
              <a:defRPr sz="2220">
                <a:solidFill>
                  <a:schemeClr val="tx1">
                    <a:tint val="75000"/>
                  </a:schemeClr>
                </a:solidFill>
              </a:defRPr>
            </a:lvl3pPr>
            <a:lvl4pPr marL="1868170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4pPr>
            <a:lvl5pPr marL="2490470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5pPr>
            <a:lvl6pPr marL="31134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6pPr>
            <a:lvl7pPr marL="37357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7pPr>
            <a:lvl8pPr marL="4358640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8pPr>
            <a:lvl9pPr marL="4980940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 altLang="vi-VN">
                <a:latin typeface="Noto Sans"/>
                <a:ea typeface="Noto Sans"/>
              </a:rPr>
              <a:t>Bấm vào đây để chỉnh sửa kiểu văn bản chính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>
            <a:normAutofit fontScale="90000" lnSpcReduction="20000"/>
          </a:bodyPr>
          <a:lstStyle/>
          <a:p>
            <a:pPr defTabSz="1245235"/>
            <a:fld id="{FD725410-BEFA-4075-99F8-9B76E6135EB8}" type="datetimeFigureOut">
              <a:rPr lang="vi-VN" altLang="vi-VN" sz="2300" smtClean="0">
                <a:solidFill>
                  <a:srgbClr val="FFFFFF"/>
                </a:solidFill>
                <a:latin typeface="Noto Sans"/>
                <a:ea typeface="Noto Sans"/>
              </a:rPr>
              <a:t>14/11/2025</a:t>
            </a:fld>
            <a:endParaRPr lang="zh-CN" altLang="en-US" sz="2435">
              <a:solidFill>
                <a:srgbClr val="FFFFFF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245235"/>
            <a:endParaRPr lang="zh-CN" altLang="en-US" sz="2435">
              <a:solidFill>
                <a:srgbClr val="FFFFFF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defTabSz="1245235"/>
            <a:fld id="{ABCBC4E8-88EF-4446-9533-1BB591964EAE}" type="slidenum">
              <a:rPr lang="vi-VN" altLang="vi-VN" sz="2435" smtClean="0">
                <a:solidFill>
                  <a:srgbClr val="FFFFFF"/>
                </a:solidFill>
                <a:latin typeface="Noto Sans"/>
                <a:ea typeface="Noto Sans"/>
              </a:rPr>
              <a:t>‹#›</a:t>
            </a:fld>
            <a:endParaRPr lang="zh-CN" altLang="en-US" sz="2435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6" y="274644"/>
            <a:ext cx="10972801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vi-VN" altLang="vi-VN">
                <a:latin typeface="Noto Sans"/>
                <a:ea typeface="Noto Sans"/>
              </a:rPr>
              <a:t>Bấm vào đây để chỉnh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4" y="1260483"/>
            <a:ext cx="5384800" cy="35639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810"/>
            </a:lvl1pPr>
            <a:lvl2pPr>
              <a:defRPr sz="3280"/>
            </a:lvl2pPr>
            <a:lvl3pPr>
              <a:defRPr sz="2750"/>
            </a:lvl3pPr>
            <a:lvl4pPr>
              <a:defRPr sz="2435"/>
            </a:lvl4pPr>
            <a:lvl5pPr>
              <a:defRPr sz="2435"/>
            </a:lvl5pPr>
            <a:lvl6pPr>
              <a:defRPr sz="2435"/>
            </a:lvl6pPr>
            <a:lvl7pPr>
              <a:defRPr sz="2435"/>
            </a:lvl7pPr>
            <a:lvl8pPr>
              <a:defRPr sz="2435"/>
            </a:lvl8pPr>
            <a:lvl9pPr>
              <a:defRPr sz="2435"/>
            </a:lvl9pPr>
          </a:lstStyle>
          <a:p>
            <a:pPr lvl="0"/>
            <a:r>
              <a:rPr lang="vi-VN" altLang="vi-VN" sz="3400">
                <a:latin typeface="Noto Sans"/>
                <a:ea typeface="Noto Sans"/>
              </a:rPr>
              <a:t>Bấm vào đây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5" y="1260483"/>
            <a:ext cx="5384800" cy="35639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810"/>
            </a:lvl1pPr>
            <a:lvl2pPr>
              <a:defRPr sz="3280"/>
            </a:lvl2pPr>
            <a:lvl3pPr>
              <a:defRPr sz="2750"/>
            </a:lvl3pPr>
            <a:lvl4pPr>
              <a:defRPr sz="2435"/>
            </a:lvl4pPr>
            <a:lvl5pPr>
              <a:defRPr sz="2435"/>
            </a:lvl5pPr>
            <a:lvl6pPr>
              <a:defRPr sz="2435"/>
            </a:lvl6pPr>
            <a:lvl7pPr>
              <a:defRPr sz="2435"/>
            </a:lvl7pPr>
            <a:lvl8pPr>
              <a:defRPr sz="2435"/>
            </a:lvl8pPr>
            <a:lvl9pPr>
              <a:defRPr sz="2435"/>
            </a:lvl9pPr>
          </a:lstStyle>
          <a:p>
            <a:pPr lvl="0"/>
            <a:r>
              <a:rPr lang="vi-VN" altLang="vi-VN" sz="3400">
                <a:latin typeface="Noto Sans"/>
                <a:ea typeface="Noto Sans"/>
              </a:rPr>
              <a:t>Bấm vào đây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>
            <a:normAutofit fontScale="90000" lnSpcReduction="20000"/>
          </a:bodyPr>
          <a:lstStyle/>
          <a:p>
            <a:pPr defTabSz="1245235"/>
            <a:fld id="{FD725410-BEFA-4075-99F8-9B76E6135EB8}" type="datetimeFigureOut">
              <a:rPr lang="vi-VN" altLang="vi-VN" sz="2300" smtClean="0">
                <a:solidFill>
                  <a:srgbClr val="FFFFFF"/>
                </a:solidFill>
                <a:latin typeface="Noto Sans"/>
                <a:ea typeface="Noto Sans"/>
              </a:rPr>
              <a:t>14/11/2025</a:t>
            </a:fld>
            <a:endParaRPr lang="zh-CN" altLang="en-US" sz="2435">
              <a:solidFill>
                <a:srgbClr val="FFFFFF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245235"/>
            <a:endParaRPr lang="zh-CN" altLang="en-US" sz="2435">
              <a:solidFill>
                <a:srgbClr val="FFFFFF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defTabSz="1245235"/>
            <a:fld id="{ABCBC4E8-88EF-4446-9533-1BB591964EAE}" type="slidenum">
              <a:rPr lang="vi-VN" altLang="vi-VN" sz="2435" smtClean="0">
                <a:solidFill>
                  <a:srgbClr val="FFFFFF"/>
                </a:solidFill>
                <a:latin typeface="Noto Sans"/>
                <a:ea typeface="Noto Sans"/>
              </a:rPr>
              <a:t>‹#›</a:t>
            </a:fld>
            <a:endParaRPr lang="zh-CN" altLang="en-US" sz="2435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6" y="274644"/>
            <a:ext cx="10972801" cy="1143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/>
            </a:lvl1pPr>
          </a:lstStyle>
          <a:p>
            <a:r>
              <a:rPr lang="vi-VN" altLang="vi-VN">
                <a:latin typeface="Noto Sans"/>
                <a:ea typeface="Noto Sans"/>
              </a:rPr>
              <a:t>Bấm vào đây để chỉnh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4" y="1535117"/>
            <a:ext cx="5386918" cy="63976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3280" b="1"/>
            </a:lvl1pPr>
            <a:lvl2pPr marL="622935" indent="0">
              <a:buNone/>
              <a:defRPr sz="2750" b="1"/>
            </a:lvl2pPr>
            <a:lvl3pPr marL="1245235" indent="0">
              <a:buNone/>
              <a:defRPr sz="2435" b="1"/>
            </a:lvl3pPr>
            <a:lvl4pPr marL="1868170" indent="0">
              <a:buNone/>
              <a:defRPr sz="2220" b="1"/>
            </a:lvl4pPr>
            <a:lvl5pPr marL="2490470" indent="0">
              <a:buNone/>
              <a:defRPr sz="2220" b="1"/>
            </a:lvl5pPr>
            <a:lvl6pPr marL="3113405" indent="0">
              <a:buNone/>
              <a:defRPr sz="2220" b="1"/>
            </a:lvl6pPr>
            <a:lvl7pPr marL="3735705" indent="0">
              <a:buNone/>
              <a:defRPr sz="2220" b="1"/>
            </a:lvl7pPr>
            <a:lvl8pPr marL="4358640" indent="0">
              <a:buNone/>
              <a:defRPr sz="2220" b="1"/>
            </a:lvl8pPr>
            <a:lvl9pPr marL="4980940" indent="0">
              <a:buNone/>
              <a:defRPr sz="2220" b="1"/>
            </a:lvl9pPr>
          </a:lstStyle>
          <a:p>
            <a:pPr lvl="0"/>
            <a:r>
              <a:rPr lang="vi-VN" altLang="vi-VN">
                <a:latin typeface="Noto Sans"/>
                <a:ea typeface="Noto Sans"/>
              </a:rPr>
              <a:t>Bấm vào đây để chỉnh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4" y="2174879"/>
            <a:ext cx="5386918" cy="39512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80"/>
            </a:lvl1pPr>
            <a:lvl2pPr>
              <a:defRPr sz="2750"/>
            </a:lvl2pPr>
            <a:lvl3pPr>
              <a:defRPr sz="2435"/>
            </a:lvl3pPr>
            <a:lvl4pPr>
              <a:defRPr sz="2220"/>
            </a:lvl4pPr>
            <a:lvl5pPr>
              <a:defRPr sz="2220"/>
            </a:lvl5pPr>
            <a:lvl6pPr>
              <a:defRPr sz="2220"/>
            </a:lvl6pPr>
            <a:lvl7pPr>
              <a:defRPr sz="2220"/>
            </a:lvl7pPr>
            <a:lvl8pPr>
              <a:defRPr sz="2220"/>
            </a:lvl8pPr>
            <a:lvl9pPr>
              <a:defRPr sz="2220"/>
            </a:lvl9pPr>
          </a:lstStyle>
          <a:p>
            <a:pPr lvl="0"/>
            <a:r>
              <a:rPr lang="vi-VN" altLang="vi-VN">
                <a:latin typeface="Noto Sans"/>
                <a:ea typeface="Noto Sans"/>
              </a:rPr>
              <a:t>Bấm vào đây để chỉnh sửa kiểu văn bản chính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7" y="1535117"/>
            <a:ext cx="5389033" cy="63976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3280" b="1"/>
            </a:lvl1pPr>
            <a:lvl2pPr marL="622935" indent="0">
              <a:buNone/>
              <a:defRPr sz="2750" b="1"/>
            </a:lvl2pPr>
            <a:lvl3pPr marL="1245235" indent="0">
              <a:buNone/>
              <a:defRPr sz="2435" b="1"/>
            </a:lvl3pPr>
            <a:lvl4pPr marL="1868170" indent="0">
              <a:buNone/>
              <a:defRPr sz="2220" b="1"/>
            </a:lvl4pPr>
            <a:lvl5pPr marL="2490470" indent="0">
              <a:buNone/>
              <a:defRPr sz="2220" b="1"/>
            </a:lvl5pPr>
            <a:lvl6pPr marL="3113405" indent="0">
              <a:buNone/>
              <a:defRPr sz="2220" b="1"/>
            </a:lvl6pPr>
            <a:lvl7pPr marL="3735705" indent="0">
              <a:buNone/>
              <a:defRPr sz="2220" b="1"/>
            </a:lvl7pPr>
            <a:lvl8pPr marL="4358640" indent="0">
              <a:buNone/>
              <a:defRPr sz="2220" b="1"/>
            </a:lvl8pPr>
            <a:lvl9pPr marL="4980940" indent="0">
              <a:buNone/>
              <a:defRPr sz="2220" b="1"/>
            </a:lvl9pPr>
          </a:lstStyle>
          <a:p>
            <a:pPr lvl="0"/>
            <a:r>
              <a:rPr lang="vi-VN" altLang="vi-VN">
                <a:latin typeface="Noto Sans"/>
                <a:ea typeface="Noto Sans"/>
              </a:rPr>
              <a:t>Bấm vào đây để chỉnh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7" y="2174879"/>
            <a:ext cx="5389033" cy="39512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80"/>
            </a:lvl1pPr>
            <a:lvl2pPr>
              <a:defRPr sz="2750"/>
            </a:lvl2pPr>
            <a:lvl3pPr>
              <a:defRPr sz="2435"/>
            </a:lvl3pPr>
            <a:lvl4pPr>
              <a:defRPr sz="2220"/>
            </a:lvl4pPr>
            <a:lvl5pPr>
              <a:defRPr sz="2220"/>
            </a:lvl5pPr>
            <a:lvl6pPr>
              <a:defRPr sz="2220"/>
            </a:lvl6pPr>
            <a:lvl7pPr>
              <a:defRPr sz="2220"/>
            </a:lvl7pPr>
            <a:lvl8pPr>
              <a:defRPr sz="2220"/>
            </a:lvl8pPr>
            <a:lvl9pPr>
              <a:defRPr sz="2220"/>
            </a:lvl9pPr>
          </a:lstStyle>
          <a:p>
            <a:pPr lvl="0"/>
            <a:r>
              <a:rPr lang="vi-VN" altLang="vi-VN">
                <a:latin typeface="Noto Sans"/>
                <a:ea typeface="Noto Sans"/>
              </a:rPr>
              <a:t>Bấm vào đây để chỉnh sửa kiểu văn bản chính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>
            <a:normAutofit fontScale="90000" lnSpcReduction="20000"/>
          </a:bodyPr>
          <a:lstStyle/>
          <a:p>
            <a:pPr defTabSz="1245235"/>
            <a:fld id="{FD725410-BEFA-4075-99F8-9B76E6135EB8}" type="datetimeFigureOut">
              <a:rPr lang="vi-VN" altLang="vi-VN" sz="2300" smtClean="0">
                <a:solidFill>
                  <a:srgbClr val="FFFFFF"/>
                </a:solidFill>
                <a:latin typeface="Noto Sans"/>
                <a:ea typeface="Noto Sans"/>
              </a:rPr>
              <a:t>14/11/2025</a:t>
            </a:fld>
            <a:endParaRPr lang="zh-CN" altLang="en-US" sz="2435">
              <a:solidFill>
                <a:srgbClr val="FFFFFF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245235"/>
            <a:endParaRPr lang="zh-CN" altLang="en-US" sz="2435">
              <a:solidFill>
                <a:srgbClr val="FFFFFF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defTabSz="1245235"/>
            <a:fld id="{ABCBC4E8-88EF-4446-9533-1BB591964EAE}" type="slidenum">
              <a:rPr lang="vi-VN" altLang="vi-VN" sz="2435" smtClean="0">
                <a:solidFill>
                  <a:srgbClr val="FFFFFF"/>
                </a:solidFill>
                <a:latin typeface="Noto Sans"/>
                <a:ea typeface="Noto Sans"/>
              </a:rPr>
              <a:t>‹#›</a:t>
            </a:fld>
            <a:endParaRPr lang="zh-CN" altLang="en-US" sz="2435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6" y="274644"/>
            <a:ext cx="10972801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vi-VN" altLang="vi-VN">
                <a:latin typeface="Noto Sans"/>
                <a:ea typeface="Noto Sans"/>
              </a:rPr>
              <a:t>Bấm vào đây để chỉnh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>
            <a:normAutofit fontScale="90000" lnSpcReduction="20000"/>
          </a:bodyPr>
          <a:lstStyle/>
          <a:p>
            <a:pPr defTabSz="1245235"/>
            <a:fld id="{FD725410-BEFA-4075-99F8-9B76E6135EB8}" type="datetimeFigureOut">
              <a:rPr lang="vi-VN" altLang="vi-VN" sz="2300" smtClean="0">
                <a:solidFill>
                  <a:srgbClr val="FFFFFF"/>
                </a:solidFill>
                <a:latin typeface="Noto Sans"/>
                <a:ea typeface="Noto Sans"/>
              </a:rPr>
              <a:t>14/11/2025</a:t>
            </a:fld>
            <a:endParaRPr lang="zh-CN" altLang="en-US" sz="2435">
              <a:solidFill>
                <a:srgbClr val="FFFFFF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245235"/>
            <a:endParaRPr lang="zh-CN" altLang="en-US" sz="2435">
              <a:solidFill>
                <a:srgbClr val="FFFFFF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defTabSz="1245235"/>
            <a:fld id="{ABCBC4E8-88EF-4446-9533-1BB591964EAE}" type="slidenum">
              <a:rPr lang="vi-VN" altLang="vi-VN" sz="2435" smtClean="0">
                <a:solidFill>
                  <a:srgbClr val="FFFFFF"/>
                </a:solidFill>
                <a:latin typeface="Noto Sans"/>
                <a:ea typeface="Noto Sans"/>
              </a:rPr>
              <a:t>‹#›</a:t>
            </a:fld>
            <a:endParaRPr lang="zh-CN" altLang="en-US" sz="2435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>
            <a:normAutofit fontScale="90000" lnSpcReduction="20000"/>
          </a:bodyPr>
          <a:lstStyle/>
          <a:p>
            <a:pPr defTabSz="1245235"/>
            <a:fld id="{FD725410-BEFA-4075-99F8-9B76E6135EB8}" type="datetimeFigureOut">
              <a:rPr lang="vi-VN" altLang="vi-VN" sz="2300" smtClean="0">
                <a:solidFill>
                  <a:srgbClr val="FFFFFF"/>
                </a:solidFill>
                <a:latin typeface="Noto Sans"/>
                <a:ea typeface="Noto Sans"/>
              </a:rPr>
              <a:t>14/11/2025</a:t>
            </a:fld>
            <a:endParaRPr lang="zh-CN" altLang="en-US" sz="2435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245235"/>
            <a:endParaRPr lang="zh-CN" altLang="en-US" sz="2435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defTabSz="1245235"/>
            <a:fld id="{ABCBC4E8-88EF-4446-9533-1BB591964EAE}" type="slidenum">
              <a:rPr lang="vi-VN" altLang="vi-VN" sz="2435" smtClean="0">
                <a:solidFill>
                  <a:srgbClr val="FFFFFF"/>
                </a:solidFill>
                <a:latin typeface="Noto Sans"/>
                <a:ea typeface="Noto Sans"/>
              </a:rPr>
              <a:t>‹#›</a:t>
            </a:fld>
            <a:endParaRPr lang="zh-CN" altLang="en-US" sz="2435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2750" b="1"/>
            </a:lvl1pPr>
          </a:lstStyle>
          <a:p>
            <a:r>
              <a:rPr lang="vi-VN" altLang="vi-VN" sz="2500">
                <a:latin typeface="Noto Sans"/>
                <a:ea typeface="Noto Sans"/>
              </a:rPr>
              <a:t>Bấm vào đây để chỉnh sửa kiểu tiêu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7" y="273054"/>
            <a:ext cx="6815668" cy="58531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340"/>
            </a:lvl1pPr>
            <a:lvl2pPr>
              <a:defRPr sz="3810"/>
            </a:lvl2pPr>
            <a:lvl3pPr>
              <a:defRPr sz="3280"/>
            </a:lvl3pPr>
            <a:lvl4pPr>
              <a:defRPr sz="2750"/>
            </a:lvl4pPr>
            <a:lvl5pPr>
              <a:defRPr sz="2750"/>
            </a:lvl5pPr>
            <a:lvl6pPr>
              <a:defRPr sz="2750"/>
            </a:lvl6pPr>
            <a:lvl7pPr>
              <a:defRPr sz="2750"/>
            </a:lvl7pPr>
            <a:lvl8pPr>
              <a:defRPr sz="2750"/>
            </a:lvl8pPr>
            <a:lvl9pPr>
              <a:defRPr sz="2750"/>
            </a:lvl9pPr>
          </a:lstStyle>
          <a:p>
            <a:pPr lvl="0"/>
            <a:r>
              <a:rPr lang="vi-VN" altLang="vi-VN">
                <a:latin typeface="Noto Sans"/>
                <a:ea typeface="Noto Sans"/>
              </a:rPr>
              <a:t>Bấm vào đây để chỉnh sửa kiểu văn bản chính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0"/>
            <a:ext cx="4011084" cy="46910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05"/>
            </a:lvl1pPr>
            <a:lvl2pPr marL="622935" indent="0">
              <a:buNone/>
              <a:defRPr sz="1585"/>
            </a:lvl2pPr>
            <a:lvl3pPr marL="1245235" indent="0">
              <a:buNone/>
              <a:defRPr sz="1375"/>
            </a:lvl3pPr>
            <a:lvl4pPr marL="1868170" indent="0">
              <a:buNone/>
              <a:defRPr sz="1270"/>
            </a:lvl4pPr>
            <a:lvl5pPr marL="2490470" indent="0">
              <a:buNone/>
              <a:defRPr sz="1270"/>
            </a:lvl5pPr>
            <a:lvl6pPr marL="3113405" indent="0">
              <a:buNone/>
              <a:defRPr sz="1270"/>
            </a:lvl6pPr>
            <a:lvl7pPr marL="3735705" indent="0">
              <a:buNone/>
              <a:defRPr sz="1270"/>
            </a:lvl7pPr>
            <a:lvl8pPr marL="4358640" indent="0">
              <a:buNone/>
              <a:defRPr sz="1270"/>
            </a:lvl8pPr>
            <a:lvl9pPr marL="4980940" indent="0">
              <a:buNone/>
              <a:defRPr sz="1270"/>
            </a:lvl9pPr>
          </a:lstStyle>
          <a:p>
            <a:pPr lvl="0"/>
            <a:r>
              <a:rPr lang="vi-VN" altLang="vi-VN" sz="1800">
                <a:latin typeface="Noto Sans"/>
                <a:ea typeface="Noto Sans"/>
              </a:rPr>
              <a:t>Bấm vào đây để chỉnh sửa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>
            <a:normAutofit fontScale="90000" lnSpcReduction="20000"/>
          </a:bodyPr>
          <a:lstStyle/>
          <a:p>
            <a:pPr defTabSz="1245235"/>
            <a:fld id="{FD725410-BEFA-4075-99F8-9B76E6135EB8}" type="datetimeFigureOut">
              <a:rPr lang="vi-VN" altLang="vi-VN" sz="2300" smtClean="0">
                <a:solidFill>
                  <a:srgbClr val="FFFFFF"/>
                </a:solidFill>
                <a:latin typeface="Noto Sans"/>
                <a:ea typeface="Noto Sans"/>
              </a:rPr>
              <a:t>14/11/2025</a:t>
            </a:fld>
            <a:endParaRPr lang="zh-CN" altLang="en-US" sz="2435">
              <a:solidFill>
                <a:srgbClr val="FFFFFF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245235"/>
            <a:endParaRPr lang="zh-CN" altLang="en-US" sz="2435">
              <a:solidFill>
                <a:srgbClr val="FFFFFF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defTabSz="1245235"/>
            <a:fld id="{ABCBC4E8-88EF-4446-9533-1BB591964EAE}" type="slidenum">
              <a:rPr lang="vi-VN" altLang="vi-VN" sz="2435" smtClean="0">
                <a:solidFill>
                  <a:srgbClr val="FFFFFF"/>
                </a:solidFill>
                <a:latin typeface="Noto Sans"/>
                <a:ea typeface="Noto Sans"/>
              </a:rPr>
              <a:t>‹#›</a:t>
            </a:fld>
            <a:endParaRPr lang="zh-CN" altLang="en-US" sz="2435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9" y="4800606"/>
            <a:ext cx="7315200" cy="566738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2750" b="1"/>
            </a:lvl1pPr>
          </a:lstStyle>
          <a:p>
            <a:r>
              <a:rPr lang="vi-VN" altLang="vi-VN" sz="2500">
                <a:latin typeface="Noto Sans"/>
                <a:ea typeface="Noto Sans"/>
              </a:rPr>
              <a:t>Bấm vào đây để chỉnh sửa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9" y="612780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40"/>
            </a:lvl1pPr>
            <a:lvl2pPr marL="622935" indent="0">
              <a:buNone/>
              <a:defRPr sz="3810"/>
            </a:lvl2pPr>
            <a:lvl3pPr marL="1245235" indent="0">
              <a:buNone/>
              <a:defRPr sz="3280"/>
            </a:lvl3pPr>
            <a:lvl4pPr marL="1868170" indent="0">
              <a:buNone/>
              <a:defRPr sz="2750"/>
            </a:lvl4pPr>
            <a:lvl5pPr marL="2490470" indent="0">
              <a:buNone/>
              <a:defRPr sz="2750"/>
            </a:lvl5pPr>
            <a:lvl6pPr marL="3113405" indent="0">
              <a:buNone/>
              <a:defRPr sz="2750"/>
            </a:lvl6pPr>
            <a:lvl7pPr marL="3735705" indent="0">
              <a:buNone/>
              <a:defRPr sz="2750"/>
            </a:lvl7pPr>
            <a:lvl8pPr marL="4358640" indent="0">
              <a:buNone/>
              <a:defRPr sz="2750"/>
            </a:lvl8pPr>
            <a:lvl9pPr marL="4980940" indent="0">
              <a:buNone/>
              <a:defRPr sz="275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9" y="5367341"/>
            <a:ext cx="7315200" cy="8048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05"/>
            </a:lvl1pPr>
            <a:lvl2pPr marL="622935" indent="0">
              <a:buNone/>
              <a:defRPr sz="1585"/>
            </a:lvl2pPr>
            <a:lvl3pPr marL="1245235" indent="0">
              <a:buNone/>
              <a:defRPr sz="1375"/>
            </a:lvl3pPr>
            <a:lvl4pPr marL="1868170" indent="0">
              <a:buNone/>
              <a:defRPr sz="1270"/>
            </a:lvl4pPr>
            <a:lvl5pPr marL="2490470" indent="0">
              <a:buNone/>
              <a:defRPr sz="1270"/>
            </a:lvl5pPr>
            <a:lvl6pPr marL="3113405" indent="0">
              <a:buNone/>
              <a:defRPr sz="1270"/>
            </a:lvl6pPr>
            <a:lvl7pPr marL="3735705" indent="0">
              <a:buNone/>
              <a:defRPr sz="1270"/>
            </a:lvl7pPr>
            <a:lvl8pPr marL="4358640" indent="0">
              <a:buNone/>
              <a:defRPr sz="1270"/>
            </a:lvl8pPr>
            <a:lvl9pPr marL="4980940" indent="0">
              <a:buNone/>
              <a:defRPr sz="1270"/>
            </a:lvl9pPr>
          </a:lstStyle>
          <a:p>
            <a:pPr lvl="0"/>
            <a:r>
              <a:rPr lang="vi-VN" altLang="vi-VN">
                <a:latin typeface="Noto Sans"/>
                <a:ea typeface="Noto Sans"/>
              </a:rPr>
              <a:t>Bấm vào đây để chỉnh sửa kiểu văn bản chính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>
            <a:normAutofit fontScale="90000" lnSpcReduction="20000"/>
          </a:bodyPr>
          <a:lstStyle/>
          <a:p>
            <a:pPr defTabSz="1245235"/>
            <a:fld id="{FD725410-BEFA-4075-99F8-9B76E6135EB8}" type="datetimeFigureOut">
              <a:rPr lang="vi-VN" altLang="vi-VN" sz="2300" smtClean="0">
                <a:solidFill>
                  <a:srgbClr val="FFFFFF"/>
                </a:solidFill>
                <a:latin typeface="Noto Sans"/>
                <a:ea typeface="Noto Sans"/>
              </a:rPr>
              <a:t>14/11/2025</a:t>
            </a:fld>
            <a:endParaRPr lang="zh-CN" altLang="en-US" sz="2435">
              <a:solidFill>
                <a:srgbClr val="FFFFFF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245235"/>
            <a:endParaRPr lang="zh-CN" altLang="en-US" sz="2435">
              <a:solidFill>
                <a:srgbClr val="FFFFFF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defTabSz="1245235"/>
            <a:fld id="{ABCBC4E8-88EF-4446-9533-1BB591964EAE}" type="slidenum">
              <a:rPr lang="vi-VN" altLang="vi-VN" sz="2435" smtClean="0">
                <a:solidFill>
                  <a:srgbClr val="FFFFFF"/>
                </a:solidFill>
                <a:latin typeface="Noto Sans"/>
                <a:ea typeface="Noto Sans"/>
              </a:rPr>
              <a:t>‹#›</a:t>
            </a:fld>
            <a:endParaRPr lang="zh-CN" altLang="en-US" sz="2435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6" y="274644"/>
            <a:ext cx="10972801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vi-VN" altLang="vi-VN">
                <a:latin typeface="Noto Sans"/>
                <a:ea typeface="Noto Sans"/>
              </a:rPr>
              <a:t>Bấm vào đây để chỉnh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6" y="1600202"/>
            <a:ext cx="10972801" cy="4525963"/>
          </a:xfrm>
          <a:prstGeom prst="rect">
            <a:avLst/>
          </a:prstGeom>
        </p:spPr>
        <p:txBody>
          <a:bodyPr vert="vert">
            <a:normAutofit/>
          </a:bodyPr>
          <a:lstStyle/>
          <a:p>
            <a:pPr lvl="0"/>
            <a:r>
              <a:rPr lang="vi-VN" altLang="vi-VN" sz="3000">
                <a:latin typeface="Noto Sans"/>
                <a:ea typeface="Noto Sans"/>
              </a:rPr>
              <a:t>Bấm vào đây để chỉnh sửa kiểu văn bản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>
            <a:normAutofit fontScale="90000" lnSpcReduction="20000"/>
          </a:bodyPr>
          <a:lstStyle/>
          <a:p>
            <a:pPr defTabSz="1245235"/>
            <a:fld id="{FD725410-BEFA-4075-99F8-9B76E6135EB8}" type="datetimeFigureOut">
              <a:rPr lang="vi-VN" altLang="vi-VN" sz="2300" smtClean="0">
                <a:solidFill>
                  <a:srgbClr val="FFFFFF"/>
                </a:solidFill>
                <a:latin typeface="Noto Sans"/>
                <a:ea typeface="Noto Sans"/>
              </a:rPr>
              <a:t>14/11/2025</a:t>
            </a:fld>
            <a:endParaRPr lang="zh-CN" altLang="en-US" sz="2435">
              <a:solidFill>
                <a:srgbClr val="FFFFFF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245235"/>
            <a:endParaRPr lang="zh-CN" altLang="en-US" sz="2435">
              <a:solidFill>
                <a:srgbClr val="FFFFFF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defTabSz="1245235"/>
            <a:fld id="{ABCBC4E8-88EF-4446-9533-1BB591964EAE}" type="slidenum">
              <a:rPr lang="vi-VN" altLang="vi-VN" sz="2435" smtClean="0">
                <a:solidFill>
                  <a:srgbClr val="FFFFFF"/>
                </a:solidFill>
                <a:latin typeface="Noto Sans"/>
                <a:ea typeface="Noto Sans"/>
              </a:rPr>
              <a:t>‹#›</a:t>
            </a:fld>
            <a:endParaRPr lang="zh-CN" altLang="en-US" sz="2435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5" y="215906"/>
            <a:ext cx="2743201" cy="4608514"/>
          </a:xfrm>
          <a:prstGeom prst="rect">
            <a:avLst/>
          </a:prstGeom>
        </p:spPr>
        <p:txBody>
          <a:bodyPr vert="vert">
            <a:normAutofit/>
          </a:bodyPr>
          <a:lstStyle/>
          <a:p>
            <a:r>
              <a:rPr lang="vi-VN" altLang="vi-VN" sz="5400">
                <a:latin typeface="Noto Sans"/>
                <a:ea typeface="Noto Sans"/>
              </a:rPr>
              <a:t>Bấm vào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99" y="215906"/>
            <a:ext cx="8026400" cy="4608514"/>
          </a:xfrm>
          <a:prstGeom prst="rect">
            <a:avLst/>
          </a:prstGeom>
        </p:spPr>
        <p:txBody>
          <a:bodyPr vert="vert">
            <a:normAutofit/>
          </a:bodyPr>
          <a:lstStyle/>
          <a:p>
            <a:pPr lvl="0"/>
            <a:r>
              <a:rPr lang="vi-VN" altLang="vi-VN" sz="3000">
                <a:latin typeface="Noto Sans"/>
                <a:ea typeface="Noto Sans"/>
              </a:rPr>
              <a:t>Bấm vào đây để chỉnh sửa kiểu văn bản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>
            <a:normAutofit fontScale="90000" lnSpcReduction="20000"/>
          </a:bodyPr>
          <a:lstStyle/>
          <a:p>
            <a:pPr defTabSz="1245235"/>
            <a:fld id="{FD725410-BEFA-4075-99F8-9B76E6135EB8}" type="datetimeFigureOut">
              <a:rPr lang="vi-VN" altLang="vi-VN" sz="2300" smtClean="0">
                <a:solidFill>
                  <a:srgbClr val="FFFFFF"/>
                </a:solidFill>
                <a:latin typeface="Noto Sans"/>
                <a:ea typeface="Noto Sans"/>
              </a:rPr>
              <a:t>14/11/2025</a:t>
            </a:fld>
            <a:endParaRPr lang="zh-CN" altLang="en-US" sz="2435">
              <a:solidFill>
                <a:srgbClr val="FFFFFF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245235"/>
            <a:endParaRPr lang="zh-CN" altLang="en-US" sz="2435">
              <a:solidFill>
                <a:srgbClr val="FFFFFF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defTabSz="1245235"/>
            <a:fld id="{ABCBC4E8-88EF-4446-9533-1BB591964EAE}" type="slidenum">
              <a:rPr lang="vi-VN" altLang="vi-VN" sz="2435" smtClean="0">
                <a:solidFill>
                  <a:srgbClr val="FFFFFF"/>
                </a:solidFill>
                <a:latin typeface="Noto Sans"/>
                <a:ea typeface="Noto Sans"/>
              </a:rPr>
              <a:t>‹#›</a:t>
            </a:fld>
            <a:endParaRPr lang="zh-CN" altLang="en-US" sz="2435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 userDrawn="1"/>
        </p:nvSpPr>
        <p:spPr>
          <a:xfrm>
            <a:off x="0" y="6461393"/>
            <a:ext cx="12192001" cy="38306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53" name="组合 52"/>
          <p:cNvGrpSpPr/>
          <p:nvPr userDrawn="1"/>
        </p:nvGrpSpPr>
        <p:grpSpPr>
          <a:xfrm>
            <a:off x="329513" y="996716"/>
            <a:ext cx="10327904" cy="60959"/>
            <a:chOff x="247135" y="747537"/>
            <a:chExt cx="7745928" cy="45719"/>
          </a:xfrm>
          <a:solidFill>
            <a:schemeClr val="accent3">
              <a:lumMod val="50000"/>
            </a:schemeClr>
          </a:solidFill>
        </p:grpSpPr>
        <p:cxnSp>
          <p:nvCxnSpPr>
            <p:cNvPr id="54" name="直接连接符 53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矩形 54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t">
            <a:normAutofit/>
          </a:bodyPr>
          <a:lstStyle>
            <a:lvl1pPr algn="ctr">
              <a:defRPr sz="6000"/>
            </a:lvl1pPr>
          </a:lstStyle>
          <a:p>
            <a:r>
              <a:rPr lang="vi-VN" altLang="vi-VN">
                <a:latin typeface="Noto Sans"/>
                <a:ea typeface="Noto Sans"/>
              </a:rPr>
              <a:t>Bấm vào đây để chỉnh sửa kiểu tiêu đề chính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7"/>
            <a:ext cx="9144000" cy="1655763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 altLang="vi-VN">
                <a:latin typeface="Noto Sans"/>
                <a:ea typeface="Noto Sans"/>
              </a:rPr>
              <a:t>Nhấp để chỉnh sửa kiểu phụ đề chính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338D311F-5273-49D9-8923-B0334C2356D8}" type="datetimeFigureOut">
              <a:rPr lang="vi-VN" altLang="vi-VN" sz="1100" smtClean="0">
                <a:latin typeface="Noto Sans"/>
                <a:ea typeface="Noto Sans"/>
              </a:rPr>
              <a:t>14/11/2025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82952373-7980-4DA7-9ADE-54D716DB38BB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altLang="vi-VN">
                <a:latin typeface="Noto Sans"/>
                <a:ea typeface="Noto Sans"/>
              </a:rPr>
              <a:t>Bấm vào đây để chỉnh sửa kiểu tiêu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/>
          <a:p>
            <a:pPr lvl="0"/>
            <a:r>
              <a:rPr lang="vi-VN" altLang="vi-VN">
                <a:latin typeface="Noto Sans"/>
                <a:ea typeface="Noto Sans"/>
              </a:rPr>
              <a:t>Chỉnh sửa kiểu văn bản chính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338D311F-5273-49D9-8923-B0334C2356D8}" type="datetimeFigureOut">
              <a:rPr lang="vi-VN" altLang="vi-VN" sz="1100" smtClean="0">
                <a:latin typeface="Noto Sans"/>
                <a:ea typeface="Noto Sans"/>
              </a:rPr>
              <a:t>14/11/2025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82952373-7980-4DA7-9ADE-54D716DB38BB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vi-VN" altLang="vi-VN">
                <a:latin typeface="Noto Sans"/>
                <a:ea typeface="Noto Sans"/>
              </a:rPr>
              <a:t>Bấm vào đây để chỉnh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 altLang="vi-VN">
                <a:latin typeface="Noto Sans"/>
                <a:ea typeface="Noto Sans"/>
              </a:rPr>
              <a:t>Chỉnh sửa kiểu văn bản chính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338D311F-5273-49D9-8923-B0334C2356D8}" type="datetimeFigureOut">
              <a:rPr lang="vi-VN" altLang="vi-VN" sz="1100" smtClean="0">
                <a:latin typeface="Noto Sans"/>
                <a:ea typeface="Noto Sans"/>
              </a:rPr>
              <a:t>14/11/2025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82952373-7980-4DA7-9ADE-54D716DB38BB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altLang="vi-VN">
                <a:latin typeface="Noto Sans"/>
                <a:ea typeface="Noto Sans"/>
              </a:rPr>
              <a:t>Bấm vào đây để chỉnh sửa kiểu tiêu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9"/>
          </a:xfrm>
        </p:spPr>
        <p:txBody>
          <a:bodyPr>
            <a:normAutofit/>
          </a:bodyPr>
          <a:lstStyle/>
          <a:p>
            <a:pPr lvl="0"/>
            <a:r>
              <a:rPr lang="vi-VN" altLang="vi-VN">
                <a:latin typeface="Noto Sans"/>
                <a:ea typeface="Noto Sans"/>
              </a:rPr>
              <a:t>Chỉnh sửa kiểu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9"/>
          </a:xfrm>
        </p:spPr>
        <p:txBody>
          <a:bodyPr>
            <a:normAutofit/>
          </a:bodyPr>
          <a:lstStyle/>
          <a:p>
            <a:pPr lvl="0"/>
            <a:r>
              <a:rPr lang="vi-VN" altLang="vi-VN">
                <a:latin typeface="Noto Sans"/>
                <a:ea typeface="Noto Sans"/>
              </a:rPr>
              <a:t>Chỉnh sửa kiểu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338D311F-5273-49D9-8923-B0334C2356D8}" type="datetimeFigureOut">
              <a:rPr lang="vi-VN" altLang="vi-VN" sz="1100" smtClean="0">
                <a:latin typeface="Noto Sans"/>
                <a:ea typeface="Noto Sans"/>
              </a:rPr>
              <a:t>14/11/2025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82952373-7980-4DA7-9ADE-54D716DB38BB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/>
          <a:p>
            <a:r>
              <a:rPr lang="vi-VN" altLang="vi-VN">
                <a:latin typeface="Noto Sans"/>
                <a:ea typeface="Noto Sans"/>
              </a:rPr>
              <a:t>Bấm vào đây để chỉnh sửa kiểu tiêu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t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 altLang="vi-VN">
                <a:latin typeface="Noto Sans"/>
                <a:ea typeface="Noto Sans"/>
              </a:rPr>
              <a:t>Chỉnh sửa kiểu văn bản chính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>
            <a:normAutofit/>
          </a:bodyPr>
          <a:lstStyle/>
          <a:p>
            <a:pPr lvl="0"/>
            <a:r>
              <a:rPr lang="vi-VN" altLang="vi-VN">
                <a:latin typeface="Noto Sans"/>
                <a:ea typeface="Noto Sans"/>
              </a:rPr>
              <a:t>Chỉnh sửa kiểu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t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 altLang="vi-VN">
                <a:latin typeface="Noto Sans"/>
                <a:ea typeface="Noto Sans"/>
              </a:rPr>
              <a:t>Chỉnh sửa kiểu văn bản chính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/>
          <a:p>
            <a:pPr lvl="0"/>
            <a:r>
              <a:rPr lang="vi-VN" altLang="vi-VN">
                <a:latin typeface="Noto Sans"/>
                <a:ea typeface="Noto Sans"/>
              </a:rPr>
              <a:t>Chỉnh sửa kiểu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338D311F-5273-49D9-8923-B0334C2356D8}" type="datetimeFigureOut">
              <a:rPr lang="vi-VN" altLang="vi-VN" sz="1100" smtClean="0">
                <a:latin typeface="Noto Sans"/>
                <a:ea typeface="Noto Sans"/>
              </a:rPr>
              <a:t>14/11/2025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82952373-7980-4DA7-9ADE-54D716DB38BB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altLang="vi-VN">
                <a:latin typeface="Noto Sans"/>
                <a:ea typeface="Noto Sans"/>
              </a:rPr>
              <a:t>Bấm vào đây để chỉnh sửa kiểu tiêu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338D311F-5273-49D9-8923-B0334C2356D8}" type="datetimeFigureOut">
              <a:rPr lang="vi-VN" altLang="vi-VN" sz="1100" smtClean="0">
                <a:latin typeface="Noto Sans"/>
                <a:ea typeface="Noto Sans"/>
              </a:rPr>
              <a:t>14/11/2025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82952373-7980-4DA7-9ADE-54D716DB38BB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338D311F-5273-49D9-8923-B0334C2356D8}" type="datetimeFigureOut">
              <a:rPr lang="vi-VN" altLang="vi-VN" sz="1100" smtClean="0">
                <a:latin typeface="Noto Sans"/>
                <a:ea typeface="Noto Sans"/>
              </a:rPr>
              <a:t>14/11/2025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82952373-7980-4DA7-9ADE-54D716DB38BB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vi-VN" altLang="vi-VN" sz="2700">
                <a:latin typeface="Noto Sans"/>
                <a:ea typeface="Noto Sans"/>
              </a:rPr>
              <a:t>Bấm vào đây để chỉnh sửa kiểu tiêu đề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 altLang="vi-VN">
                <a:latin typeface="Noto Sans"/>
                <a:ea typeface="Noto Sans"/>
              </a:rPr>
              <a:t>Chỉnh sửa kiểu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 altLang="vi-VN">
                <a:latin typeface="Noto Sans"/>
                <a:ea typeface="Noto Sans"/>
              </a:rPr>
              <a:t>Chỉnh sửa kiểu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338D311F-5273-49D9-8923-B0334C2356D8}" type="datetimeFigureOut">
              <a:rPr lang="vi-VN" altLang="vi-VN" sz="1100" smtClean="0">
                <a:latin typeface="Noto Sans"/>
                <a:ea typeface="Noto Sans"/>
              </a:rPr>
              <a:t>14/11/2025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82952373-7980-4DA7-9ADE-54D716DB38BB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vi-VN" altLang="vi-VN" sz="2700">
                <a:latin typeface="Noto Sans"/>
                <a:ea typeface="Noto Sans"/>
              </a:rPr>
              <a:t>Bấm vào đây để chỉnh sửa kiểu tiêu đề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vi-VN" altLang="vi-VN">
                <a:latin typeface="Noto Sans"/>
                <a:ea typeface="Noto Sans"/>
              </a:rPr>
              <a:t>Bấm vào biểu tượng để thêm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 altLang="vi-VN">
                <a:latin typeface="Noto Sans"/>
                <a:ea typeface="Noto Sans"/>
              </a:rPr>
              <a:t>Chỉnh sửa kiểu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338D311F-5273-49D9-8923-B0334C2356D8}" type="datetimeFigureOut">
              <a:rPr lang="vi-VN" altLang="vi-VN" sz="1100" smtClean="0">
                <a:latin typeface="Noto Sans"/>
                <a:ea typeface="Noto Sans"/>
              </a:rPr>
              <a:t>14/11/2025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82952373-7980-4DA7-9ADE-54D716DB38BB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altLang="vi-VN">
                <a:latin typeface="Noto Sans"/>
                <a:ea typeface="Noto Sans"/>
              </a:rPr>
              <a:t>Bấm vào đây để chỉnh sửa kiểu tiêu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vert">
            <a:normAutofit/>
          </a:bodyPr>
          <a:lstStyle/>
          <a:p>
            <a:pPr lvl="0"/>
            <a:r>
              <a:rPr lang="vi-VN" altLang="vi-VN">
                <a:latin typeface="Noto Sans"/>
                <a:ea typeface="Noto Sans"/>
              </a:rPr>
              <a:t>Chỉnh sửa kiểu văn bản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338D311F-5273-49D9-8923-B0334C2356D8}" type="datetimeFigureOut">
              <a:rPr lang="vi-VN" altLang="vi-VN" sz="1100" smtClean="0">
                <a:latin typeface="Noto Sans"/>
                <a:ea typeface="Noto Sans"/>
              </a:rPr>
              <a:t>14/11/2025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82952373-7980-4DA7-9ADE-54D716DB38BB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9"/>
          </a:xfrm>
        </p:spPr>
        <p:txBody>
          <a:bodyPr vert="vert">
            <a:normAutofit/>
          </a:bodyPr>
          <a:lstStyle/>
          <a:p>
            <a:r>
              <a:rPr lang="vi-VN" altLang="vi-VN" sz="4200">
                <a:latin typeface="Noto Sans"/>
                <a:ea typeface="Noto Sans"/>
              </a:rPr>
              <a:t>Bấm vào đây để chỉnh sửa kiểu tiêu đề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9"/>
          </a:xfrm>
        </p:spPr>
        <p:txBody>
          <a:bodyPr vert="vert">
            <a:normAutofit/>
          </a:bodyPr>
          <a:lstStyle/>
          <a:p>
            <a:pPr lvl="0"/>
            <a:r>
              <a:rPr lang="vi-VN" altLang="vi-VN">
                <a:latin typeface="Noto Sans"/>
                <a:ea typeface="Noto Sans"/>
              </a:rPr>
              <a:t>Chỉnh sửa kiểu văn bản chính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338D311F-5273-49D9-8923-B0334C2356D8}" type="datetimeFigureOut">
              <a:rPr lang="vi-VN" altLang="vi-VN" sz="1100" smtClean="0">
                <a:latin typeface="Noto Sans"/>
                <a:ea typeface="Noto Sans"/>
              </a:rPr>
              <a:t>14/11/2025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82952373-7980-4DA7-9ADE-54D716DB38BB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1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 altLang="vi-VN">
                <a:latin typeface="Noto Sans"/>
                <a:ea typeface="Noto Sans"/>
              </a:rPr>
              <a:t>Bấm vào đây để chỉnh sửa kiểu tiêu đề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1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 altLang="vi-VN">
                <a:latin typeface="Noto Sans"/>
                <a:ea typeface="Noto Sans"/>
              </a:rPr>
              <a:t>Bấm vào đây để chỉnh sửa kiểu văn bản chính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59E12-B4B2-45E3-8380-85B0EFC69055}" type="datetimeFigureOut">
              <a:rPr lang="vi-VN" altLang="vi-VN" sz="1200" smtClean="0">
                <a:latin typeface="Noto Sans"/>
                <a:ea typeface="Noto Sans"/>
              </a:rPr>
              <a:t>14/11/2025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9C2AD-CA39-43E2-BBEF-768E308D7275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  <p:txStyles>
    <p:titleStyle>
      <a:lvl1pPr algn="ctr" defTabSz="967740" rtl="0" eaLnBrk="1" latinLnBrk="0" hangingPunct="1">
        <a:spcBef>
          <a:spcPct val="0"/>
        </a:spcBef>
        <a:buNone/>
        <a:defRPr sz="46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2585" indent="-362585" algn="l" defTabSz="9677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385" kern="1200">
          <a:solidFill>
            <a:schemeClr val="tx1"/>
          </a:solidFill>
          <a:latin typeface="+mn-lt"/>
          <a:ea typeface="+mn-ea"/>
          <a:cs typeface="+mn-cs"/>
        </a:defRPr>
      </a:lvl1pPr>
      <a:lvl2pPr marL="786130" indent="-302260" algn="l" defTabSz="967740" rtl="0" eaLnBrk="1" latinLnBrk="0" hangingPunct="1">
        <a:spcBef>
          <a:spcPct val="20000"/>
        </a:spcBef>
        <a:buFont typeface="Arial" panose="020B0604020202020204" pitchFamily="34" charset="0"/>
        <a:buChar char="–"/>
        <a:defRPr sz="2965" kern="1200">
          <a:solidFill>
            <a:schemeClr val="tx1"/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3pPr>
      <a:lvl4pPr marL="1692910" indent="-241935" algn="l" defTabSz="96774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15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indent="-241935" algn="l" defTabSz="967740" rtl="0" eaLnBrk="1" latinLnBrk="0" hangingPunct="1">
        <a:spcBef>
          <a:spcPct val="20000"/>
        </a:spcBef>
        <a:buFont typeface="Arial" panose="020B0604020202020204" pitchFamily="34" charset="0"/>
        <a:buChar char="»"/>
        <a:defRPr sz="2115" kern="1200">
          <a:solidFill>
            <a:schemeClr val="tx1"/>
          </a:solidFill>
          <a:latin typeface="+mn-lt"/>
          <a:ea typeface="+mn-ea"/>
          <a:cs typeface="+mn-cs"/>
        </a:defRPr>
      </a:lvl5pPr>
      <a:lvl6pPr marL="2660650" indent="-241935" algn="l" defTabSz="9677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15" kern="1200">
          <a:solidFill>
            <a:schemeClr val="tx1"/>
          </a:solidFill>
          <a:latin typeface="+mn-lt"/>
          <a:ea typeface="+mn-ea"/>
          <a:cs typeface="+mn-cs"/>
        </a:defRPr>
      </a:lvl6pPr>
      <a:lvl7pPr marL="3144520" indent="-241935" algn="l" defTabSz="9677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15" kern="1200">
          <a:solidFill>
            <a:schemeClr val="tx1"/>
          </a:solidFill>
          <a:latin typeface="+mn-lt"/>
          <a:ea typeface="+mn-ea"/>
          <a:cs typeface="+mn-cs"/>
        </a:defRPr>
      </a:lvl7pPr>
      <a:lvl8pPr marL="3628390" indent="-241935" algn="l" defTabSz="9677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15" kern="1200">
          <a:solidFill>
            <a:schemeClr val="tx1"/>
          </a:solidFill>
          <a:latin typeface="+mn-lt"/>
          <a:ea typeface="+mn-ea"/>
          <a:cs typeface="+mn-cs"/>
        </a:defRPr>
      </a:lvl8pPr>
      <a:lvl9pPr marL="4112260" indent="-241935" algn="l" defTabSz="9677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0975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4845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8715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2585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455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325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  <p:txStyles>
    <p:titleStyle>
      <a:lvl1pPr algn="ctr" defTabSz="1245235" rtl="0" eaLnBrk="1" latinLnBrk="0" hangingPunct="1">
        <a:spcBef>
          <a:spcPct val="0"/>
        </a:spcBef>
        <a:buNone/>
        <a:defRPr sz="60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25" indent="-466725" algn="l" defTabSz="1245235" rtl="0" eaLnBrk="1" latinLnBrk="0" hangingPunct="1">
        <a:spcBef>
          <a:spcPct val="20000"/>
        </a:spcBef>
        <a:buFont typeface="Arial" panose="020B0604020202020204" pitchFamily="34" charset="0"/>
        <a:buChar char="•"/>
        <a:defRPr sz="4340" kern="1200">
          <a:solidFill>
            <a:schemeClr val="tx1"/>
          </a:solidFill>
          <a:latin typeface="+mn-lt"/>
          <a:ea typeface="+mn-ea"/>
          <a:cs typeface="+mn-cs"/>
        </a:defRPr>
      </a:lvl1pPr>
      <a:lvl2pPr marL="1011555" indent="-389255" algn="l" defTabSz="1245235" rtl="0" eaLnBrk="1" latinLnBrk="0" hangingPunct="1">
        <a:spcBef>
          <a:spcPct val="20000"/>
        </a:spcBef>
        <a:buFont typeface="Arial" panose="020B0604020202020204" pitchFamily="34" charset="0"/>
        <a:buChar char="–"/>
        <a:defRPr sz="3810" kern="1200">
          <a:solidFill>
            <a:schemeClr val="tx1"/>
          </a:solidFill>
          <a:latin typeface="+mn-lt"/>
          <a:ea typeface="+mn-ea"/>
          <a:cs typeface="+mn-cs"/>
        </a:defRPr>
      </a:lvl2pPr>
      <a:lvl3pPr marL="1556385" indent="-311150" algn="l" defTabSz="124523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80" kern="1200">
          <a:solidFill>
            <a:schemeClr val="tx1"/>
          </a:solidFill>
          <a:latin typeface="+mn-lt"/>
          <a:ea typeface="+mn-ea"/>
          <a:cs typeface="+mn-cs"/>
        </a:defRPr>
      </a:lvl3pPr>
      <a:lvl4pPr marL="2179320" indent="-311150" algn="l" defTabSz="1245235" rtl="0" eaLnBrk="1" latinLnBrk="0" hangingPunct="1">
        <a:spcBef>
          <a:spcPct val="20000"/>
        </a:spcBef>
        <a:buFont typeface="Arial" panose="020B0604020202020204" pitchFamily="34" charset="0"/>
        <a:buChar char="–"/>
        <a:defRPr sz="2750" kern="1200">
          <a:solidFill>
            <a:schemeClr val="tx1"/>
          </a:solidFill>
          <a:latin typeface="+mn-lt"/>
          <a:ea typeface="+mn-ea"/>
          <a:cs typeface="+mn-cs"/>
        </a:defRPr>
      </a:lvl4pPr>
      <a:lvl5pPr marL="2801620" indent="-311150" algn="l" defTabSz="1245235" rtl="0" eaLnBrk="1" latinLnBrk="0" hangingPunct="1">
        <a:spcBef>
          <a:spcPct val="20000"/>
        </a:spcBef>
        <a:buFont typeface="Arial" panose="020B0604020202020204" pitchFamily="34" charset="0"/>
        <a:buChar char="»"/>
        <a:defRPr sz="2750" kern="1200">
          <a:solidFill>
            <a:schemeClr val="tx1"/>
          </a:solidFill>
          <a:latin typeface="+mn-lt"/>
          <a:ea typeface="+mn-ea"/>
          <a:cs typeface="+mn-cs"/>
        </a:defRPr>
      </a:lvl5pPr>
      <a:lvl6pPr marL="3424555" indent="-311150" algn="l" defTabSz="12452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50" kern="1200">
          <a:solidFill>
            <a:schemeClr val="tx1"/>
          </a:solidFill>
          <a:latin typeface="+mn-lt"/>
          <a:ea typeface="+mn-ea"/>
          <a:cs typeface="+mn-cs"/>
        </a:defRPr>
      </a:lvl6pPr>
      <a:lvl7pPr marL="4047490" indent="-311150" algn="l" defTabSz="12452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50" kern="1200">
          <a:solidFill>
            <a:schemeClr val="tx1"/>
          </a:solidFill>
          <a:latin typeface="+mn-lt"/>
          <a:ea typeface="+mn-ea"/>
          <a:cs typeface="+mn-cs"/>
        </a:defRPr>
      </a:lvl7pPr>
      <a:lvl8pPr marL="4669790" indent="-311150" algn="l" defTabSz="12452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50" kern="1200">
          <a:solidFill>
            <a:schemeClr val="tx1"/>
          </a:solidFill>
          <a:latin typeface="+mn-lt"/>
          <a:ea typeface="+mn-ea"/>
          <a:cs typeface="+mn-cs"/>
        </a:defRPr>
      </a:lvl8pPr>
      <a:lvl9pPr marL="5292725" indent="-311150" algn="l" defTabSz="12452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45235" rtl="0" eaLnBrk="1" latinLnBrk="0" hangingPunct="1">
        <a:defRPr sz="2435" kern="1200">
          <a:solidFill>
            <a:schemeClr val="tx1"/>
          </a:solidFill>
          <a:latin typeface="+mn-lt"/>
          <a:ea typeface="+mn-ea"/>
          <a:cs typeface="+mn-cs"/>
        </a:defRPr>
      </a:lvl1pPr>
      <a:lvl2pPr marL="622935" algn="l" defTabSz="1245235" rtl="0" eaLnBrk="1" latinLnBrk="0" hangingPunct="1">
        <a:defRPr sz="2435" kern="1200">
          <a:solidFill>
            <a:schemeClr val="tx1"/>
          </a:solidFill>
          <a:latin typeface="+mn-lt"/>
          <a:ea typeface="+mn-ea"/>
          <a:cs typeface="+mn-cs"/>
        </a:defRPr>
      </a:lvl2pPr>
      <a:lvl3pPr marL="1245235" algn="l" defTabSz="1245235" rtl="0" eaLnBrk="1" latinLnBrk="0" hangingPunct="1">
        <a:defRPr sz="2435" kern="1200">
          <a:solidFill>
            <a:schemeClr val="tx1"/>
          </a:solidFill>
          <a:latin typeface="+mn-lt"/>
          <a:ea typeface="+mn-ea"/>
          <a:cs typeface="+mn-cs"/>
        </a:defRPr>
      </a:lvl3pPr>
      <a:lvl4pPr marL="1868170" algn="l" defTabSz="1245235" rtl="0" eaLnBrk="1" latinLnBrk="0" hangingPunct="1">
        <a:defRPr sz="2435" kern="1200">
          <a:solidFill>
            <a:schemeClr val="tx1"/>
          </a:solidFill>
          <a:latin typeface="+mn-lt"/>
          <a:ea typeface="+mn-ea"/>
          <a:cs typeface="+mn-cs"/>
        </a:defRPr>
      </a:lvl4pPr>
      <a:lvl5pPr marL="2490470" algn="l" defTabSz="1245235" rtl="0" eaLnBrk="1" latinLnBrk="0" hangingPunct="1">
        <a:defRPr sz="2435" kern="1200">
          <a:solidFill>
            <a:schemeClr val="tx1"/>
          </a:solidFill>
          <a:latin typeface="+mn-lt"/>
          <a:ea typeface="+mn-ea"/>
          <a:cs typeface="+mn-cs"/>
        </a:defRPr>
      </a:lvl5pPr>
      <a:lvl6pPr marL="3113405" algn="l" defTabSz="1245235" rtl="0" eaLnBrk="1" latinLnBrk="0" hangingPunct="1">
        <a:defRPr sz="2435" kern="1200">
          <a:solidFill>
            <a:schemeClr val="tx1"/>
          </a:solidFill>
          <a:latin typeface="+mn-lt"/>
          <a:ea typeface="+mn-ea"/>
          <a:cs typeface="+mn-cs"/>
        </a:defRPr>
      </a:lvl6pPr>
      <a:lvl7pPr marL="3735705" algn="l" defTabSz="1245235" rtl="0" eaLnBrk="1" latinLnBrk="0" hangingPunct="1">
        <a:defRPr sz="2435" kern="1200">
          <a:solidFill>
            <a:schemeClr val="tx1"/>
          </a:solidFill>
          <a:latin typeface="+mn-lt"/>
          <a:ea typeface="+mn-ea"/>
          <a:cs typeface="+mn-cs"/>
        </a:defRPr>
      </a:lvl7pPr>
      <a:lvl8pPr marL="4358640" algn="l" defTabSz="1245235" rtl="0" eaLnBrk="1" latinLnBrk="0" hangingPunct="1">
        <a:defRPr sz="2435" kern="1200">
          <a:solidFill>
            <a:schemeClr val="tx1"/>
          </a:solidFill>
          <a:latin typeface="+mn-lt"/>
          <a:ea typeface="+mn-ea"/>
          <a:cs typeface="+mn-cs"/>
        </a:defRPr>
      </a:lvl8pPr>
      <a:lvl9pPr marL="4980940" algn="l" defTabSz="1245235" rtl="0" eaLnBrk="1" latinLnBrk="0" hangingPunct="1">
        <a:defRPr sz="24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 altLang="vi-VN">
                <a:latin typeface="Noto Sans"/>
                <a:ea typeface="Noto Sans"/>
              </a:rPr>
              <a:t>Bấm vào đây để chỉnh sửa kiểu tiêu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 altLang="vi-VN">
                <a:latin typeface="Noto Sans"/>
                <a:ea typeface="Noto Sans"/>
              </a:rPr>
              <a:t>Chỉnh sửa kiểu văn bản chính</a:t>
            </a:r>
          </a:p>
          <a:p>
            <a:pPr lvl="1"/>
            <a:r>
              <a:rPr lang="vi-VN" altLang="vi-VN">
                <a:latin typeface="Noto Sans"/>
                <a:ea typeface="Noto Sans"/>
              </a:rPr>
              <a:t>Cấp độ thứ hai</a:t>
            </a:r>
          </a:p>
          <a:p>
            <a:pPr lvl="2"/>
            <a:r>
              <a:rPr lang="vi-VN" altLang="vi-VN">
                <a:latin typeface="Noto Sans"/>
                <a:ea typeface="Noto Sans"/>
              </a:rPr>
              <a:t>Cấp 3</a:t>
            </a:r>
          </a:p>
          <a:p>
            <a:pPr lvl="3"/>
            <a:r>
              <a:rPr lang="vi-VN" altLang="vi-VN">
                <a:latin typeface="Noto Sans"/>
                <a:ea typeface="Noto Sans"/>
              </a:rPr>
              <a:t>Cấp 4</a:t>
            </a:r>
          </a:p>
          <a:p>
            <a:pPr lvl="4"/>
            <a:r>
              <a:rPr lang="vi-VN" altLang="vi-VN">
                <a:latin typeface="Noto Sans"/>
                <a:ea typeface="Noto Sans"/>
              </a:rPr>
              <a:t>Cấp 5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D311F-5273-49D9-8923-B0334C2356D8}" type="datetimeFigureOut">
              <a:rPr lang="vi-VN" altLang="vi-VN" sz="1100" smtClean="0">
                <a:latin typeface="Noto Sans"/>
                <a:ea typeface="Noto Sans"/>
              </a:rPr>
              <a:t>14/11/2025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52373-7980-4DA7-9ADE-54D716DB38BB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B582F-E354-C382-64BC-23FD24C2B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6">
            <a:extLst>
              <a:ext uri="{FF2B5EF4-FFF2-40B4-BE49-F238E27FC236}">
                <a16:creationId xmlns:a16="http://schemas.microsoft.com/office/drawing/2014/main" id="{E1573B3D-06C7-8AC8-64AB-764235B2576F}"/>
              </a:ext>
            </a:extLst>
          </p:cNvPr>
          <p:cNvSpPr/>
          <p:nvPr/>
        </p:nvSpPr>
        <p:spPr bwMode="auto">
          <a:xfrm>
            <a:off x="-24315" y="-17419"/>
            <a:ext cx="4367317" cy="5069536"/>
          </a:xfrm>
          <a:custGeom>
            <a:avLst/>
            <a:gdLst>
              <a:gd name="connsiteX0" fmla="*/ 3873521 w 4367317"/>
              <a:gd name="connsiteY0" fmla="*/ 0 h 5069536"/>
              <a:gd name="connsiteX1" fmla="*/ 4367317 w 4367317"/>
              <a:gd name="connsiteY1" fmla="*/ 0 h 5069536"/>
              <a:gd name="connsiteX2" fmla="*/ 0 w 4367317"/>
              <a:gd name="connsiteY2" fmla="*/ 5069536 h 5069536"/>
              <a:gd name="connsiteX3" fmla="*/ 0 w 4367317"/>
              <a:gd name="connsiteY3" fmla="*/ 1974215 h 506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7317" h="5069536">
                <a:moveTo>
                  <a:pt x="3873521" y="0"/>
                </a:moveTo>
                <a:lnTo>
                  <a:pt x="4367317" y="0"/>
                </a:lnTo>
                <a:lnTo>
                  <a:pt x="0" y="5069536"/>
                </a:lnTo>
                <a:lnTo>
                  <a:pt x="0" y="1974215"/>
                </a:lnTo>
                <a:close/>
              </a:path>
            </a:pathLst>
          </a:custGeom>
          <a:solidFill>
            <a:srgbClr val="EFEF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sz="135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37" name="5">
            <a:extLst>
              <a:ext uri="{FF2B5EF4-FFF2-40B4-BE49-F238E27FC236}">
                <a16:creationId xmlns:a16="http://schemas.microsoft.com/office/drawing/2014/main" id="{DC9B9F40-B3B2-A536-753E-A99F818A2E4E}"/>
              </a:ext>
            </a:extLst>
          </p:cNvPr>
          <p:cNvSpPr/>
          <p:nvPr/>
        </p:nvSpPr>
        <p:spPr bwMode="auto">
          <a:xfrm>
            <a:off x="-24316" y="-43545"/>
            <a:ext cx="3955151" cy="2314573"/>
          </a:xfrm>
          <a:custGeom>
            <a:avLst/>
            <a:gdLst>
              <a:gd name="connsiteX0" fmla="*/ 0 w 3955151"/>
              <a:gd name="connsiteY0" fmla="*/ 0 h 2314573"/>
              <a:gd name="connsiteX1" fmla="*/ 3541893 w 3955151"/>
              <a:gd name="connsiteY1" fmla="*/ 0 h 2314573"/>
              <a:gd name="connsiteX2" fmla="*/ 3955151 w 3955151"/>
              <a:gd name="connsiteY2" fmla="*/ 10116 h 2314573"/>
              <a:gd name="connsiteX3" fmla="*/ 0 w 3955151"/>
              <a:gd name="connsiteY3" fmla="*/ 2314573 h 2314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5151" h="2314573">
                <a:moveTo>
                  <a:pt x="0" y="0"/>
                </a:moveTo>
                <a:lnTo>
                  <a:pt x="3541893" y="0"/>
                </a:lnTo>
                <a:lnTo>
                  <a:pt x="3955151" y="10116"/>
                </a:lnTo>
                <a:lnTo>
                  <a:pt x="0" y="231457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sz="135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36" name="4">
            <a:extLst>
              <a:ext uri="{FF2B5EF4-FFF2-40B4-BE49-F238E27FC236}">
                <a16:creationId xmlns:a16="http://schemas.microsoft.com/office/drawing/2014/main" id="{454955B5-5A5F-009C-62F8-77C80F154519}"/>
              </a:ext>
            </a:extLst>
          </p:cNvPr>
          <p:cNvSpPr/>
          <p:nvPr/>
        </p:nvSpPr>
        <p:spPr bwMode="auto">
          <a:xfrm>
            <a:off x="-24316" y="-17417"/>
            <a:ext cx="3982023" cy="3071803"/>
          </a:xfrm>
          <a:custGeom>
            <a:avLst/>
            <a:gdLst>
              <a:gd name="connsiteX0" fmla="*/ 3934942 w 3982022"/>
              <a:gd name="connsiteY0" fmla="*/ 0 h 3071803"/>
              <a:gd name="connsiteX1" fmla="*/ 3982022 w 3982022"/>
              <a:gd name="connsiteY1" fmla="*/ 0 h 3071803"/>
              <a:gd name="connsiteX2" fmla="*/ 0 w 3982022"/>
              <a:gd name="connsiteY2" fmla="*/ 3071803 h 3071803"/>
              <a:gd name="connsiteX3" fmla="*/ 0 w 3982022"/>
              <a:gd name="connsiteY3" fmla="*/ 1848528 h 3071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82022" h="3071803">
                <a:moveTo>
                  <a:pt x="3934942" y="0"/>
                </a:moveTo>
                <a:lnTo>
                  <a:pt x="3982022" y="0"/>
                </a:lnTo>
                <a:lnTo>
                  <a:pt x="0" y="3071803"/>
                </a:lnTo>
                <a:lnTo>
                  <a:pt x="0" y="1848528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sz="135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44" name="3">
            <a:extLst>
              <a:ext uri="{FF2B5EF4-FFF2-40B4-BE49-F238E27FC236}">
                <a16:creationId xmlns:a16="http://schemas.microsoft.com/office/drawing/2014/main" id="{8F901856-1361-8BC9-DA3C-001D0AD98D7D}"/>
              </a:ext>
            </a:extLst>
          </p:cNvPr>
          <p:cNvSpPr/>
          <p:nvPr/>
        </p:nvSpPr>
        <p:spPr bwMode="auto">
          <a:xfrm>
            <a:off x="9290264" y="2687956"/>
            <a:ext cx="2925237" cy="3476625"/>
          </a:xfrm>
          <a:custGeom>
            <a:avLst/>
            <a:gdLst>
              <a:gd name="connsiteX0" fmla="*/ 2919413 w 2925237"/>
              <a:gd name="connsiteY0" fmla="*/ 0 h 3476625"/>
              <a:gd name="connsiteX1" fmla="*/ 2925237 w 2925237"/>
              <a:gd name="connsiteY1" fmla="*/ 163915 h 3476625"/>
              <a:gd name="connsiteX2" fmla="*/ 2925237 w 2925237"/>
              <a:gd name="connsiteY2" fmla="*/ 3398721 h 3476625"/>
              <a:gd name="connsiteX3" fmla="*/ 0 w 2925237"/>
              <a:gd name="connsiteY3" fmla="*/ 3476625 h 3476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5237" h="3476625">
                <a:moveTo>
                  <a:pt x="2919413" y="0"/>
                </a:moveTo>
                <a:lnTo>
                  <a:pt x="2925237" y="163915"/>
                </a:lnTo>
                <a:lnTo>
                  <a:pt x="2925237" y="3398721"/>
                </a:lnTo>
                <a:lnTo>
                  <a:pt x="0" y="3476625"/>
                </a:lnTo>
                <a:close/>
              </a:path>
            </a:pathLst>
          </a:custGeom>
          <a:solidFill>
            <a:srgbClr val="EFEF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sz="135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42" name="2">
            <a:extLst>
              <a:ext uri="{FF2B5EF4-FFF2-40B4-BE49-F238E27FC236}">
                <a16:creationId xmlns:a16="http://schemas.microsoft.com/office/drawing/2014/main" id="{2762A368-3694-B60E-137D-761C847E0190}"/>
              </a:ext>
            </a:extLst>
          </p:cNvPr>
          <p:cNvSpPr/>
          <p:nvPr/>
        </p:nvSpPr>
        <p:spPr bwMode="auto">
          <a:xfrm>
            <a:off x="8237752" y="4131556"/>
            <a:ext cx="3977749" cy="2758695"/>
          </a:xfrm>
          <a:custGeom>
            <a:avLst/>
            <a:gdLst>
              <a:gd name="connsiteX0" fmla="*/ 3977749 w 3977749"/>
              <a:gd name="connsiteY0" fmla="*/ 0 h 2758695"/>
              <a:gd name="connsiteX1" fmla="*/ 3977749 w 3977749"/>
              <a:gd name="connsiteY1" fmla="*/ 2758695 h 2758695"/>
              <a:gd name="connsiteX2" fmla="*/ 626774 w 3977749"/>
              <a:gd name="connsiteY2" fmla="*/ 2758695 h 2758695"/>
              <a:gd name="connsiteX3" fmla="*/ 0 w 3977749"/>
              <a:gd name="connsiteY3" fmla="*/ 2734703 h 2758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7749" h="2758695">
                <a:moveTo>
                  <a:pt x="3977749" y="0"/>
                </a:moveTo>
                <a:lnTo>
                  <a:pt x="3977749" y="2758695"/>
                </a:lnTo>
                <a:lnTo>
                  <a:pt x="626774" y="2758695"/>
                </a:lnTo>
                <a:lnTo>
                  <a:pt x="0" y="2734703"/>
                </a:lnTo>
                <a:close/>
              </a:path>
            </a:pathLst>
          </a:custGeom>
          <a:solidFill>
            <a:srgbClr val="4F7F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sz="135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43" name="1">
            <a:extLst>
              <a:ext uri="{FF2B5EF4-FFF2-40B4-BE49-F238E27FC236}">
                <a16:creationId xmlns:a16="http://schemas.microsoft.com/office/drawing/2014/main" id="{F10D2143-40CD-3988-9186-0B096175F0EB}"/>
              </a:ext>
            </a:extLst>
          </p:cNvPr>
          <p:cNvSpPr/>
          <p:nvPr/>
        </p:nvSpPr>
        <p:spPr bwMode="auto">
          <a:xfrm>
            <a:off x="7875576" y="4899188"/>
            <a:ext cx="4339925" cy="1991063"/>
          </a:xfrm>
          <a:custGeom>
            <a:avLst/>
            <a:gdLst>
              <a:gd name="connsiteX0" fmla="*/ 4339925 w 4339925"/>
              <a:gd name="connsiteY0" fmla="*/ 0 h 1991063"/>
              <a:gd name="connsiteX1" fmla="*/ 4339925 w 4339925"/>
              <a:gd name="connsiteY1" fmla="*/ 913141 h 1991063"/>
              <a:gd name="connsiteX2" fmla="*/ 305017 w 4339925"/>
              <a:gd name="connsiteY2" fmla="*/ 1991063 h 1991063"/>
              <a:gd name="connsiteX3" fmla="*/ 0 w 4339925"/>
              <a:gd name="connsiteY3" fmla="*/ 1991063 h 1991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9925" h="1991063">
                <a:moveTo>
                  <a:pt x="4339925" y="0"/>
                </a:moveTo>
                <a:lnTo>
                  <a:pt x="4339925" y="913141"/>
                </a:lnTo>
                <a:lnTo>
                  <a:pt x="305017" y="1991063"/>
                </a:lnTo>
                <a:lnTo>
                  <a:pt x="0" y="199106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sz="135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14" name="PA_矩形 3">
            <a:extLst>
              <a:ext uri="{FF2B5EF4-FFF2-40B4-BE49-F238E27FC236}">
                <a16:creationId xmlns:a16="http://schemas.microsoft.com/office/drawing/2014/main" id="{709B6269-E93A-30D1-C699-16B6E8BF9912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55139" y="2947974"/>
            <a:ext cx="8670477" cy="1278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72" tIns="60936" rIns="121872" bIns="60936" numCol="1" anchor="t" anchorCtr="0" compatLnSpc="1">
            <a:normAutofit fontScale="70000" lnSpcReduction="20000"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vi-VN" sz="6400" b="1" dirty="0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+mn-ea"/>
                <a:sym typeface="+mn-lt"/>
              </a:rPr>
              <a:t>BÁO CÁO THỰC TẬP</a:t>
            </a:r>
          </a:p>
          <a:p>
            <a:pPr marL="0" marR="0" lvl="0" indent="0" algn="ctr" defTabSz="914400" rtl="0" eaLnBrk="1" fontAlgn="base" latinLnBrk="0" hangingPunct="1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vi-VN" sz="3200" b="1" dirty="0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+mn-ea"/>
                <a:sym typeface="+mn-lt"/>
              </a:rPr>
              <a:t>NGÀNH CÔNG NGHỆ THÔNG TIN</a:t>
            </a:r>
            <a:endParaRPr lang="vi-VN" altLang="vi-VN" sz="3200" b="1" dirty="0">
              <a:solidFill>
                <a:schemeClr val="accent1">
                  <a:lumMod val="75000"/>
                </a:schemeClr>
              </a:solidFill>
              <a:latin typeface="Noto Sans"/>
              <a:ea typeface="Noto Sans"/>
              <a:cs typeface="+mn-ea"/>
              <a:sym typeface="+mn-lt"/>
            </a:endParaRPr>
          </a:p>
        </p:txBody>
      </p:sp>
      <p:sp>
        <p:nvSpPr>
          <p:cNvPr id="23" name="任意多边形 22">
            <a:extLst>
              <a:ext uri="{FF2B5EF4-FFF2-40B4-BE49-F238E27FC236}">
                <a16:creationId xmlns:a16="http://schemas.microsoft.com/office/drawing/2014/main" id="{69145FA9-F8C6-4761-8B73-DF1A89ABF3A0}"/>
              </a:ext>
            </a:extLst>
          </p:cNvPr>
          <p:cNvSpPr/>
          <p:nvPr/>
        </p:nvSpPr>
        <p:spPr>
          <a:xfrm>
            <a:off x="1899987" y="2222238"/>
            <a:ext cx="8780780" cy="2374900"/>
          </a:xfrm>
          <a:custGeom>
            <a:avLst/>
            <a:gdLst>
              <a:gd name="connsiteX0" fmla="*/ 0 w 6585492"/>
              <a:gd name="connsiteY0" fmla="*/ 0 h 2171406"/>
              <a:gd name="connsiteX1" fmla="*/ 1849289 w 6585492"/>
              <a:gd name="connsiteY1" fmla="*/ 0 h 2171406"/>
              <a:gd name="connsiteX2" fmla="*/ 1849289 w 6585492"/>
              <a:gd name="connsiteY2" fmla="*/ 149501 h 2171406"/>
              <a:gd name="connsiteX3" fmla="*/ 149501 w 6585492"/>
              <a:gd name="connsiteY3" fmla="*/ 149501 h 2171406"/>
              <a:gd name="connsiteX4" fmla="*/ 149501 w 6585492"/>
              <a:gd name="connsiteY4" fmla="*/ 2021905 h 2171406"/>
              <a:gd name="connsiteX5" fmla="*/ 6435991 w 6585492"/>
              <a:gd name="connsiteY5" fmla="*/ 2021905 h 2171406"/>
              <a:gd name="connsiteX6" fmla="*/ 6435991 w 6585492"/>
              <a:gd name="connsiteY6" fmla="*/ 149501 h 2171406"/>
              <a:gd name="connsiteX7" fmla="*/ 4399901 w 6585492"/>
              <a:gd name="connsiteY7" fmla="*/ 149501 h 2171406"/>
              <a:gd name="connsiteX8" fmla="*/ 4399901 w 6585492"/>
              <a:gd name="connsiteY8" fmla="*/ 0 h 2171406"/>
              <a:gd name="connsiteX9" fmla="*/ 6585492 w 6585492"/>
              <a:gd name="connsiteY9" fmla="*/ 0 h 2171406"/>
              <a:gd name="connsiteX10" fmla="*/ 6585492 w 6585492"/>
              <a:gd name="connsiteY10" fmla="*/ 2171406 h 2171406"/>
              <a:gd name="connsiteX11" fmla="*/ 0 w 6585492"/>
              <a:gd name="connsiteY11" fmla="*/ 2171406 h 217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85492" h="2171406">
                <a:moveTo>
                  <a:pt x="0" y="0"/>
                </a:moveTo>
                <a:lnTo>
                  <a:pt x="1849289" y="0"/>
                </a:lnTo>
                <a:lnTo>
                  <a:pt x="1849289" y="149501"/>
                </a:lnTo>
                <a:lnTo>
                  <a:pt x="149501" y="149501"/>
                </a:lnTo>
                <a:lnTo>
                  <a:pt x="149501" y="2021905"/>
                </a:lnTo>
                <a:lnTo>
                  <a:pt x="6435991" y="2021905"/>
                </a:lnTo>
                <a:lnTo>
                  <a:pt x="6435991" y="149501"/>
                </a:lnTo>
                <a:lnTo>
                  <a:pt x="4399901" y="149501"/>
                </a:lnTo>
                <a:lnTo>
                  <a:pt x="4399901" y="0"/>
                </a:lnTo>
                <a:lnTo>
                  <a:pt x="6585492" y="0"/>
                </a:lnTo>
                <a:lnTo>
                  <a:pt x="6585492" y="2171406"/>
                </a:lnTo>
                <a:lnTo>
                  <a:pt x="0" y="2171406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68CD9E6D-3289-B396-1379-4752D781F058}"/>
              </a:ext>
            </a:extLst>
          </p:cNvPr>
          <p:cNvSpPr>
            <a:spLocks noEditPoints="1"/>
          </p:cNvSpPr>
          <p:nvPr/>
        </p:nvSpPr>
        <p:spPr bwMode="auto">
          <a:xfrm>
            <a:off x="5313363" y="1514848"/>
            <a:ext cx="1565275" cy="1246505"/>
          </a:xfrm>
          <a:custGeom>
            <a:avLst/>
            <a:gdLst>
              <a:gd name="T0" fmla="*/ 725 w 1364"/>
              <a:gd name="T1" fmla="*/ 847 h 1123"/>
              <a:gd name="T2" fmla="*/ 51 w 1364"/>
              <a:gd name="T3" fmla="*/ 757 h 1123"/>
              <a:gd name="T4" fmla="*/ 1159 w 1364"/>
              <a:gd name="T5" fmla="*/ 786 h 1123"/>
              <a:gd name="T6" fmla="*/ 1143 w 1364"/>
              <a:gd name="T7" fmla="*/ 765 h 1123"/>
              <a:gd name="T8" fmla="*/ 720 w 1364"/>
              <a:gd name="T9" fmla="*/ 805 h 1123"/>
              <a:gd name="T10" fmla="*/ 57 w 1364"/>
              <a:gd name="T11" fmla="*/ 484 h 1123"/>
              <a:gd name="T12" fmla="*/ 733 w 1364"/>
              <a:gd name="T13" fmla="*/ 828 h 1123"/>
              <a:gd name="T14" fmla="*/ 1158 w 1364"/>
              <a:gd name="T15" fmla="*/ 621 h 1123"/>
              <a:gd name="T16" fmla="*/ 720 w 1364"/>
              <a:gd name="T17" fmla="*/ 805 h 1123"/>
              <a:gd name="T18" fmla="*/ 1001 w 1364"/>
              <a:gd name="T19" fmla="*/ 579 h 1123"/>
              <a:gd name="T20" fmla="*/ 990 w 1364"/>
              <a:gd name="T21" fmla="*/ 441 h 1123"/>
              <a:gd name="T22" fmla="*/ 284 w 1364"/>
              <a:gd name="T23" fmla="*/ 432 h 1123"/>
              <a:gd name="T24" fmla="*/ 71 w 1364"/>
              <a:gd name="T25" fmla="*/ 478 h 1123"/>
              <a:gd name="T26" fmla="*/ 720 w 1364"/>
              <a:gd name="T27" fmla="*/ 1101 h 1123"/>
              <a:gd name="T28" fmla="*/ 57 w 1364"/>
              <a:gd name="T29" fmla="*/ 780 h 1123"/>
              <a:gd name="T30" fmla="*/ 733 w 1364"/>
              <a:gd name="T31" fmla="*/ 1123 h 1123"/>
              <a:gd name="T32" fmla="*/ 1158 w 1364"/>
              <a:gd name="T33" fmla="*/ 917 h 1123"/>
              <a:gd name="T34" fmla="*/ 720 w 1364"/>
              <a:gd name="T35" fmla="*/ 1101 h 1123"/>
              <a:gd name="T36" fmla="*/ 1067 w 1364"/>
              <a:gd name="T37" fmla="*/ 344 h 1123"/>
              <a:gd name="T38" fmla="*/ 1056 w 1364"/>
              <a:gd name="T39" fmla="*/ 368 h 1123"/>
              <a:gd name="T40" fmla="*/ 1063 w 1364"/>
              <a:gd name="T41" fmla="*/ 404 h 1123"/>
              <a:gd name="T42" fmla="*/ 1035 w 1364"/>
              <a:gd name="T43" fmla="*/ 562 h 1123"/>
              <a:gd name="T44" fmla="*/ 1115 w 1364"/>
              <a:gd name="T45" fmla="*/ 422 h 1123"/>
              <a:gd name="T46" fmla="*/ 1106 w 1364"/>
              <a:gd name="T47" fmla="*/ 389 h 1123"/>
              <a:gd name="T48" fmla="*/ 1114 w 1364"/>
              <a:gd name="T49" fmla="*/ 352 h 1123"/>
              <a:gd name="T50" fmla="*/ 1104 w 1364"/>
              <a:gd name="T51" fmla="*/ 226 h 1123"/>
              <a:gd name="T52" fmla="*/ 1356 w 1364"/>
              <a:gd name="T53" fmla="*/ 174 h 1123"/>
              <a:gd name="T54" fmla="*/ 773 w 1364"/>
              <a:gd name="T55" fmla="*/ 4 h 1123"/>
              <a:gd name="T56" fmla="*/ 413 w 1364"/>
              <a:gd name="T57" fmla="*/ 28 h 1123"/>
              <a:gd name="T58" fmla="*/ 11 w 1364"/>
              <a:gd name="T59" fmla="*/ 76 h 1123"/>
              <a:gd name="T60" fmla="*/ 480 w 1364"/>
              <a:gd name="T61" fmla="*/ 323 h 1123"/>
              <a:gd name="T62" fmla="*/ 1039 w 1364"/>
              <a:gd name="T63" fmla="*/ 238 h 1123"/>
              <a:gd name="T64" fmla="*/ 628 w 1364"/>
              <a:gd name="T65" fmla="*/ 161 h 1123"/>
              <a:gd name="T66" fmla="*/ 1054 w 1364"/>
              <a:gd name="T67" fmla="*/ 204 h 1123"/>
              <a:gd name="T68" fmla="*/ 961 w 1364"/>
              <a:gd name="T69" fmla="*/ 281 h 1123"/>
              <a:gd name="T70" fmla="*/ 315 w 1364"/>
              <a:gd name="T71" fmla="*/ 432 h 1123"/>
              <a:gd name="T72" fmla="*/ 466 w 1364"/>
              <a:gd name="T73" fmla="*/ 350 h 1123"/>
              <a:gd name="T74" fmla="*/ 961 w 1364"/>
              <a:gd name="T75" fmla="*/ 281 h 1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364" h="1123">
                <a:moveTo>
                  <a:pt x="717" y="953"/>
                </a:moveTo>
                <a:cubicBezTo>
                  <a:pt x="707" y="917"/>
                  <a:pt x="707" y="881"/>
                  <a:pt x="725" y="847"/>
                </a:cubicBezTo>
                <a:lnTo>
                  <a:pt x="54" y="632"/>
                </a:lnTo>
                <a:cubicBezTo>
                  <a:pt x="28" y="665"/>
                  <a:pt x="21" y="710"/>
                  <a:pt x="51" y="757"/>
                </a:cubicBezTo>
                <a:lnTo>
                  <a:pt x="730" y="975"/>
                </a:lnTo>
                <a:lnTo>
                  <a:pt x="1159" y="786"/>
                </a:lnTo>
                <a:cubicBezTo>
                  <a:pt x="1170" y="781"/>
                  <a:pt x="1169" y="773"/>
                  <a:pt x="1155" y="768"/>
                </a:cubicBezTo>
                <a:lnTo>
                  <a:pt x="1143" y="765"/>
                </a:lnTo>
                <a:lnTo>
                  <a:pt x="717" y="953"/>
                </a:lnTo>
                <a:close/>
                <a:moveTo>
                  <a:pt x="720" y="805"/>
                </a:moveTo>
                <a:cubicBezTo>
                  <a:pt x="710" y="770"/>
                  <a:pt x="710" y="734"/>
                  <a:pt x="729" y="700"/>
                </a:cubicBezTo>
                <a:lnTo>
                  <a:pt x="57" y="484"/>
                </a:lnTo>
                <a:cubicBezTo>
                  <a:pt x="31" y="518"/>
                  <a:pt x="24" y="563"/>
                  <a:pt x="55" y="610"/>
                </a:cubicBezTo>
                <a:lnTo>
                  <a:pt x="733" y="828"/>
                </a:lnTo>
                <a:lnTo>
                  <a:pt x="1162" y="639"/>
                </a:lnTo>
                <a:cubicBezTo>
                  <a:pt x="1174" y="633"/>
                  <a:pt x="1172" y="626"/>
                  <a:pt x="1158" y="621"/>
                </a:cubicBezTo>
                <a:lnTo>
                  <a:pt x="1146" y="617"/>
                </a:lnTo>
                <a:lnTo>
                  <a:pt x="720" y="805"/>
                </a:lnTo>
                <a:close/>
                <a:moveTo>
                  <a:pt x="742" y="694"/>
                </a:moveTo>
                <a:lnTo>
                  <a:pt x="1001" y="579"/>
                </a:lnTo>
                <a:lnTo>
                  <a:pt x="1021" y="451"/>
                </a:lnTo>
                <a:lnTo>
                  <a:pt x="990" y="441"/>
                </a:lnTo>
                <a:cubicBezTo>
                  <a:pt x="976" y="548"/>
                  <a:pt x="711" y="556"/>
                  <a:pt x="638" y="556"/>
                </a:cubicBezTo>
                <a:cubicBezTo>
                  <a:pt x="562" y="556"/>
                  <a:pt x="284" y="548"/>
                  <a:pt x="284" y="432"/>
                </a:cubicBezTo>
                <a:lnTo>
                  <a:pt x="284" y="384"/>
                </a:lnTo>
                <a:lnTo>
                  <a:pt x="71" y="478"/>
                </a:lnTo>
                <a:lnTo>
                  <a:pt x="742" y="694"/>
                </a:lnTo>
                <a:close/>
                <a:moveTo>
                  <a:pt x="720" y="1101"/>
                </a:moveTo>
                <a:cubicBezTo>
                  <a:pt x="710" y="1066"/>
                  <a:pt x="710" y="1030"/>
                  <a:pt x="728" y="995"/>
                </a:cubicBezTo>
                <a:lnTo>
                  <a:pt x="57" y="780"/>
                </a:lnTo>
                <a:cubicBezTo>
                  <a:pt x="31" y="814"/>
                  <a:pt x="24" y="858"/>
                  <a:pt x="54" y="906"/>
                </a:cubicBezTo>
                <a:lnTo>
                  <a:pt x="733" y="1123"/>
                </a:lnTo>
                <a:lnTo>
                  <a:pt x="1162" y="934"/>
                </a:lnTo>
                <a:cubicBezTo>
                  <a:pt x="1173" y="929"/>
                  <a:pt x="1171" y="921"/>
                  <a:pt x="1158" y="917"/>
                </a:cubicBezTo>
                <a:lnTo>
                  <a:pt x="1146" y="913"/>
                </a:lnTo>
                <a:lnTo>
                  <a:pt x="720" y="1101"/>
                </a:lnTo>
                <a:close/>
                <a:moveTo>
                  <a:pt x="1067" y="219"/>
                </a:moveTo>
                <a:lnTo>
                  <a:pt x="1067" y="344"/>
                </a:lnTo>
                <a:cubicBezTo>
                  <a:pt x="1062" y="345"/>
                  <a:pt x="1058" y="348"/>
                  <a:pt x="1058" y="352"/>
                </a:cubicBezTo>
                <a:lnTo>
                  <a:pt x="1056" y="368"/>
                </a:lnTo>
                <a:cubicBezTo>
                  <a:pt x="1056" y="378"/>
                  <a:pt x="1065" y="382"/>
                  <a:pt x="1064" y="389"/>
                </a:cubicBezTo>
                <a:lnTo>
                  <a:pt x="1063" y="404"/>
                </a:lnTo>
                <a:cubicBezTo>
                  <a:pt x="1063" y="410"/>
                  <a:pt x="1057" y="415"/>
                  <a:pt x="1056" y="422"/>
                </a:cubicBezTo>
                <a:lnTo>
                  <a:pt x="1035" y="562"/>
                </a:lnTo>
                <a:cubicBezTo>
                  <a:pt x="1043" y="579"/>
                  <a:pt x="1127" y="579"/>
                  <a:pt x="1136" y="562"/>
                </a:cubicBezTo>
                <a:lnTo>
                  <a:pt x="1115" y="422"/>
                </a:lnTo>
                <a:cubicBezTo>
                  <a:pt x="1114" y="415"/>
                  <a:pt x="1108" y="410"/>
                  <a:pt x="1107" y="404"/>
                </a:cubicBezTo>
                <a:lnTo>
                  <a:pt x="1106" y="389"/>
                </a:lnTo>
                <a:cubicBezTo>
                  <a:pt x="1106" y="381"/>
                  <a:pt x="1115" y="379"/>
                  <a:pt x="1115" y="369"/>
                </a:cubicBezTo>
                <a:lnTo>
                  <a:pt x="1114" y="352"/>
                </a:lnTo>
                <a:cubicBezTo>
                  <a:pt x="1113" y="347"/>
                  <a:pt x="1109" y="344"/>
                  <a:pt x="1104" y="344"/>
                </a:cubicBezTo>
                <a:cubicBezTo>
                  <a:pt x="1104" y="218"/>
                  <a:pt x="1104" y="362"/>
                  <a:pt x="1104" y="226"/>
                </a:cubicBezTo>
                <a:lnTo>
                  <a:pt x="1356" y="183"/>
                </a:lnTo>
                <a:cubicBezTo>
                  <a:pt x="1362" y="182"/>
                  <a:pt x="1364" y="177"/>
                  <a:pt x="1356" y="174"/>
                </a:cubicBezTo>
                <a:cubicBezTo>
                  <a:pt x="1235" y="139"/>
                  <a:pt x="1125" y="107"/>
                  <a:pt x="1024" y="77"/>
                </a:cubicBezTo>
                <a:cubicBezTo>
                  <a:pt x="934" y="51"/>
                  <a:pt x="850" y="26"/>
                  <a:pt x="773" y="4"/>
                </a:cubicBezTo>
                <a:cubicBezTo>
                  <a:pt x="759" y="0"/>
                  <a:pt x="750" y="0"/>
                  <a:pt x="736" y="1"/>
                </a:cubicBezTo>
                <a:cubicBezTo>
                  <a:pt x="635" y="9"/>
                  <a:pt x="527" y="18"/>
                  <a:pt x="413" y="28"/>
                </a:cubicBezTo>
                <a:cubicBezTo>
                  <a:pt x="289" y="39"/>
                  <a:pt x="155" y="50"/>
                  <a:pt x="12" y="62"/>
                </a:cubicBezTo>
                <a:cubicBezTo>
                  <a:pt x="0" y="64"/>
                  <a:pt x="3" y="73"/>
                  <a:pt x="11" y="76"/>
                </a:cubicBezTo>
                <a:cubicBezTo>
                  <a:pt x="68" y="106"/>
                  <a:pt x="130" y="139"/>
                  <a:pt x="198" y="175"/>
                </a:cubicBezTo>
                <a:cubicBezTo>
                  <a:pt x="281" y="219"/>
                  <a:pt x="374" y="268"/>
                  <a:pt x="480" y="323"/>
                </a:cubicBezTo>
                <a:cubicBezTo>
                  <a:pt x="489" y="328"/>
                  <a:pt x="508" y="330"/>
                  <a:pt x="523" y="327"/>
                </a:cubicBezTo>
                <a:cubicBezTo>
                  <a:pt x="695" y="298"/>
                  <a:pt x="867" y="268"/>
                  <a:pt x="1039" y="238"/>
                </a:cubicBezTo>
                <a:cubicBezTo>
                  <a:pt x="1038" y="232"/>
                  <a:pt x="1036" y="229"/>
                  <a:pt x="1029" y="227"/>
                </a:cubicBezTo>
                <a:lnTo>
                  <a:pt x="628" y="161"/>
                </a:lnTo>
                <a:cubicBezTo>
                  <a:pt x="593" y="156"/>
                  <a:pt x="599" y="131"/>
                  <a:pt x="619" y="134"/>
                </a:cubicBezTo>
                <a:lnTo>
                  <a:pt x="1054" y="204"/>
                </a:lnTo>
                <a:cubicBezTo>
                  <a:pt x="1062" y="206"/>
                  <a:pt x="1066" y="211"/>
                  <a:pt x="1067" y="219"/>
                </a:cubicBezTo>
                <a:close/>
                <a:moveTo>
                  <a:pt x="961" y="281"/>
                </a:moveTo>
                <a:lnTo>
                  <a:pt x="961" y="432"/>
                </a:lnTo>
                <a:cubicBezTo>
                  <a:pt x="961" y="557"/>
                  <a:pt x="315" y="557"/>
                  <a:pt x="315" y="432"/>
                </a:cubicBezTo>
                <a:lnTo>
                  <a:pt x="315" y="270"/>
                </a:lnTo>
                <a:cubicBezTo>
                  <a:pt x="365" y="296"/>
                  <a:pt x="415" y="323"/>
                  <a:pt x="466" y="350"/>
                </a:cubicBezTo>
                <a:cubicBezTo>
                  <a:pt x="483" y="359"/>
                  <a:pt x="509" y="360"/>
                  <a:pt x="528" y="357"/>
                </a:cubicBezTo>
                <a:cubicBezTo>
                  <a:pt x="672" y="331"/>
                  <a:pt x="816" y="306"/>
                  <a:pt x="961" y="28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" name="Rectangle 30">
            <a:extLst>
              <a:ext uri="{FF2B5EF4-FFF2-40B4-BE49-F238E27FC236}">
                <a16:creationId xmlns:a16="http://schemas.microsoft.com/office/drawing/2014/main" id="{79883CEC-5929-93BA-B391-6E1A078C1964}"/>
              </a:ext>
            </a:extLst>
          </p:cNvPr>
          <p:cNvSpPr/>
          <p:nvPr/>
        </p:nvSpPr>
        <p:spPr>
          <a:xfrm flipH="1">
            <a:off x="3298862" y="4917181"/>
            <a:ext cx="5594276" cy="1015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83473"/>
                </a:solidFill>
              </a14:hiddenFill>
            </a:ext>
          </a:extLst>
        </p:spPr>
        <p:txBody>
          <a:bodyPr wrap="square" anchor="ctr">
            <a:normAutofit/>
          </a:bodyPr>
          <a:lstStyle/>
          <a:p>
            <a:r>
              <a:rPr lang="en-US" altLang="vi-VN" sz="1600" b="1" dirty="0" err="1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微软雅黑" panose="020B0503020204020204" charset="-122"/>
              </a:rPr>
              <a:t>Giảng</a:t>
            </a:r>
            <a:r>
              <a:rPr lang="en-US" altLang="vi-VN" sz="1600" b="1" dirty="0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微软雅黑" panose="020B0503020204020204" charset="-122"/>
              </a:rPr>
              <a:t> </a:t>
            </a:r>
            <a:r>
              <a:rPr lang="en-US" altLang="vi-VN" sz="1600" b="1" dirty="0" err="1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微软雅黑" panose="020B0503020204020204" charset="-122"/>
              </a:rPr>
              <a:t>viên</a:t>
            </a:r>
            <a:r>
              <a:rPr lang="en-US" altLang="vi-VN" sz="1600" b="1" dirty="0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微软雅黑" panose="020B0503020204020204" charset="-122"/>
              </a:rPr>
              <a:t> </a:t>
            </a:r>
            <a:r>
              <a:rPr lang="en-US" altLang="vi-VN" sz="1600" b="1" dirty="0" err="1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微软雅黑" panose="020B0503020204020204" charset="-122"/>
              </a:rPr>
              <a:t>hướng</a:t>
            </a:r>
            <a:r>
              <a:rPr lang="en-US" altLang="vi-VN" sz="1600" b="1" dirty="0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微软雅黑" panose="020B0503020204020204" charset="-122"/>
              </a:rPr>
              <a:t> </a:t>
            </a:r>
            <a:r>
              <a:rPr lang="en-US" altLang="vi-VN" sz="1600" b="1" dirty="0" err="1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微软雅黑" panose="020B0503020204020204" charset="-122"/>
              </a:rPr>
              <a:t>dẫn</a:t>
            </a:r>
            <a:r>
              <a:rPr lang="en-US" altLang="vi-VN" sz="1600" b="1" dirty="0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微软雅黑" panose="020B0503020204020204" charset="-122"/>
              </a:rPr>
              <a:t>: 	</a:t>
            </a:r>
            <a:r>
              <a:rPr lang="en-US" altLang="vi-VN" sz="1600" b="1" dirty="0" err="1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微软雅黑" panose="020B0503020204020204" charset="-122"/>
              </a:rPr>
              <a:t>ThS</a:t>
            </a:r>
            <a:r>
              <a:rPr lang="en-US" altLang="vi-VN" sz="1600" b="1" dirty="0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微软雅黑" panose="020B0503020204020204" charset="-122"/>
              </a:rPr>
              <a:t>. Nguyễn Thanh Hải</a:t>
            </a:r>
          </a:p>
          <a:p>
            <a:r>
              <a:rPr lang="en-US" altLang="vi-VN" sz="1600" b="1" dirty="0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微软雅黑" panose="020B0503020204020204" charset="-122"/>
              </a:rPr>
              <a:t>Sinh </a:t>
            </a:r>
            <a:r>
              <a:rPr lang="en-US" altLang="vi-VN" sz="1600" b="1" dirty="0" err="1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微软雅黑" panose="020B0503020204020204" charset="-122"/>
              </a:rPr>
              <a:t>viên</a:t>
            </a:r>
            <a:r>
              <a:rPr lang="en-US" altLang="vi-VN" sz="1600" b="1" dirty="0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微软雅黑" panose="020B0503020204020204" charset="-122"/>
              </a:rPr>
              <a:t> </a:t>
            </a:r>
            <a:r>
              <a:rPr lang="en-US" altLang="vi-VN" sz="1600" b="1" dirty="0" err="1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微软雅黑" panose="020B0503020204020204" charset="-122"/>
              </a:rPr>
              <a:t>thực</a:t>
            </a:r>
            <a:r>
              <a:rPr lang="en-US" altLang="vi-VN" sz="1600" b="1" dirty="0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微软雅黑" panose="020B0503020204020204" charset="-122"/>
              </a:rPr>
              <a:t> </a:t>
            </a:r>
            <a:r>
              <a:rPr lang="en-US" altLang="vi-VN" sz="1600" b="1" dirty="0" err="1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微软雅黑" panose="020B0503020204020204" charset="-122"/>
              </a:rPr>
              <a:t>hiện</a:t>
            </a:r>
            <a:r>
              <a:rPr lang="en-US" altLang="vi-VN" sz="1600" b="1" dirty="0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微软雅黑" panose="020B0503020204020204" charset="-122"/>
              </a:rPr>
              <a:t>: 	Đinh Hoàng Trung Khánh</a:t>
            </a:r>
          </a:p>
          <a:p>
            <a:r>
              <a:rPr lang="en-US" altLang="vi-VN" sz="1600" b="1" dirty="0" err="1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微软雅黑" panose="020B0503020204020204" charset="-122"/>
              </a:rPr>
              <a:t>Lớp</a:t>
            </a:r>
            <a:r>
              <a:rPr lang="en-US" altLang="vi-VN" sz="1600" b="1" dirty="0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微软雅黑" panose="020B0503020204020204" charset="-122"/>
              </a:rPr>
              <a:t>: 			KS CNTT - K20A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9FCFA3-9839-31B5-E1B9-2BB8735AE7D9}"/>
              </a:ext>
            </a:extLst>
          </p:cNvPr>
          <p:cNvSpPr/>
          <p:nvPr/>
        </p:nvSpPr>
        <p:spPr>
          <a:xfrm rot="18903724">
            <a:off x="-612775" y="5980430"/>
            <a:ext cx="4185285" cy="3201035"/>
          </a:xfrm>
          <a:prstGeom prst="rect">
            <a:avLst/>
          </a:prstGeom>
          <a:solidFill>
            <a:srgbClr val="7BA0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B544B03-5788-DC15-6706-9F6DC12E4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053" y="18927"/>
            <a:ext cx="1094814" cy="1094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A_矩形 3">
            <a:extLst>
              <a:ext uri="{FF2B5EF4-FFF2-40B4-BE49-F238E27FC236}">
                <a16:creationId xmlns:a16="http://schemas.microsoft.com/office/drawing/2014/main" id="{2D5F8114-C435-7FD6-3AC0-D0B962804A46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639827" y="331569"/>
            <a:ext cx="6880091" cy="695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72" tIns="60936" rIns="121872" bIns="60936" numCol="1" anchor="t" anchorCtr="0" compatLnSpc="1">
            <a:norm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vi-VN" sz="1600" b="1" dirty="0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+mn-ea"/>
                <a:sym typeface="+mn-lt"/>
              </a:rPr>
              <a:t>ĐẠI HỌC THÁI NGUYÊN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vi-VN" sz="1600" b="1" dirty="0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+mn-ea"/>
                <a:sym typeface="+mn-lt"/>
              </a:rPr>
              <a:t>TRƯỜNG ĐẠI HỌC CÔNG NGHỆ THÔNG TIN VÀ TRUYỀN THÔNG</a:t>
            </a:r>
            <a:endParaRPr lang="vi-VN" altLang="vi-VN" sz="1600" b="1" dirty="0">
              <a:solidFill>
                <a:schemeClr val="accent1">
                  <a:lumMod val="75000"/>
                </a:schemeClr>
              </a:solidFill>
              <a:latin typeface="Noto Sans"/>
              <a:ea typeface="Noto Sans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9639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  <p:bldP spid="36" grpId="0" animBg="1"/>
      <p:bldP spid="44" grpId="0" animBg="1"/>
      <p:bldP spid="42" grpId="0" animBg="1"/>
      <p:bldP spid="43" grpId="0" animBg="1"/>
      <p:bldP spid="14" grpId="0"/>
      <p:bldP spid="23" grpId="0" animBg="1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F9D48-955E-A3E9-3B3E-0409C3856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6">
            <a:extLst>
              <a:ext uri="{FF2B5EF4-FFF2-40B4-BE49-F238E27FC236}">
                <a16:creationId xmlns:a16="http://schemas.microsoft.com/office/drawing/2014/main" id="{CB2627AE-5FA1-4931-A904-6D8E57BF73DD}"/>
              </a:ext>
            </a:extLst>
          </p:cNvPr>
          <p:cNvSpPr/>
          <p:nvPr/>
        </p:nvSpPr>
        <p:spPr bwMode="auto">
          <a:xfrm>
            <a:off x="-24315" y="-17419"/>
            <a:ext cx="4367317" cy="5069536"/>
          </a:xfrm>
          <a:custGeom>
            <a:avLst/>
            <a:gdLst>
              <a:gd name="connsiteX0" fmla="*/ 3873521 w 4367317"/>
              <a:gd name="connsiteY0" fmla="*/ 0 h 5069536"/>
              <a:gd name="connsiteX1" fmla="*/ 4367317 w 4367317"/>
              <a:gd name="connsiteY1" fmla="*/ 0 h 5069536"/>
              <a:gd name="connsiteX2" fmla="*/ 0 w 4367317"/>
              <a:gd name="connsiteY2" fmla="*/ 5069536 h 5069536"/>
              <a:gd name="connsiteX3" fmla="*/ 0 w 4367317"/>
              <a:gd name="connsiteY3" fmla="*/ 1974215 h 506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7317" h="5069536">
                <a:moveTo>
                  <a:pt x="3873521" y="0"/>
                </a:moveTo>
                <a:lnTo>
                  <a:pt x="4367317" y="0"/>
                </a:lnTo>
                <a:lnTo>
                  <a:pt x="0" y="5069536"/>
                </a:lnTo>
                <a:lnTo>
                  <a:pt x="0" y="1974215"/>
                </a:lnTo>
                <a:close/>
              </a:path>
            </a:pathLst>
          </a:custGeom>
          <a:solidFill>
            <a:srgbClr val="EFEF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sz="135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37" name="5">
            <a:extLst>
              <a:ext uri="{FF2B5EF4-FFF2-40B4-BE49-F238E27FC236}">
                <a16:creationId xmlns:a16="http://schemas.microsoft.com/office/drawing/2014/main" id="{92327D15-EF3C-C541-04C5-4B1E4A44DEA9}"/>
              </a:ext>
            </a:extLst>
          </p:cNvPr>
          <p:cNvSpPr/>
          <p:nvPr/>
        </p:nvSpPr>
        <p:spPr bwMode="auto">
          <a:xfrm>
            <a:off x="-24316" y="-43545"/>
            <a:ext cx="3955151" cy="2314573"/>
          </a:xfrm>
          <a:custGeom>
            <a:avLst/>
            <a:gdLst>
              <a:gd name="connsiteX0" fmla="*/ 0 w 3955151"/>
              <a:gd name="connsiteY0" fmla="*/ 0 h 2314573"/>
              <a:gd name="connsiteX1" fmla="*/ 3541893 w 3955151"/>
              <a:gd name="connsiteY1" fmla="*/ 0 h 2314573"/>
              <a:gd name="connsiteX2" fmla="*/ 3955151 w 3955151"/>
              <a:gd name="connsiteY2" fmla="*/ 10116 h 2314573"/>
              <a:gd name="connsiteX3" fmla="*/ 0 w 3955151"/>
              <a:gd name="connsiteY3" fmla="*/ 2314573 h 2314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5151" h="2314573">
                <a:moveTo>
                  <a:pt x="0" y="0"/>
                </a:moveTo>
                <a:lnTo>
                  <a:pt x="3541893" y="0"/>
                </a:lnTo>
                <a:lnTo>
                  <a:pt x="3955151" y="10116"/>
                </a:lnTo>
                <a:lnTo>
                  <a:pt x="0" y="231457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sz="135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36" name="4">
            <a:extLst>
              <a:ext uri="{FF2B5EF4-FFF2-40B4-BE49-F238E27FC236}">
                <a16:creationId xmlns:a16="http://schemas.microsoft.com/office/drawing/2014/main" id="{20C7BF27-14BC-C874-8E04-16DF2681FFA3}"/>
              </a:ext>
            </a:extLst>
          </p:cNvPr>
          <p:cNvSpPr/>
          <p:nvPr/>
        </p:nvSpPr>
        <p:spPr bwMode="auto">
          <a:xfrm>
            <a:off x="-24316" y="-17417"/>
            <a:ext cx="3982023" cy="3071803"/>
          </a:xfrm>
          <a:custGeom>
            <a:avLst/>
            <a:gdLst>
              <a:gd name="connsiteX0" fmla="*/ 3934942 w 3982022"/>
              <a:gd name="connsiteY0" fmla="*/ 0 h 3071803"/>
              <a:gd name="connsiteX1" fmla="*/ 3982022 w 3982022"/>
              <a:gd name="connsiteY1" fmla="*/ 0 h 3071803"/>
              <a:gd name="connsiteX2" fmla="*/ 0 w 3982022"/>
              <a:gd name="connsiteY2" fmla="*/ 3071803 h 3071803"/>
              <a:gd name="connsiteX3" fmla="*/ 0 w 3982022"/>
              <a:gd name="connsiteY3" fmla="*/ 1848528 h 3071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82022" h="3071803">
                <a:moveTo>
                  <a:pt x="3934942" y="0"/>
                </a:moveTo>
                <a:lnTo>
                  <a:pt x="3982022" y="0"/>
                </a:lnTo>
                <a:lnTo>
                  <a:pt x="0" y="3071803"/>
                </a:lnTo>
                <a:lnTo>
                  <a:pt x="0" y="1848528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sz="135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44" name="3">
            <a:extLst>
              <a:ext uri="{FF2B5EF4-FFF2-40B4-BE49-F238E27FC236}">
                <a16:creationId xmlns:a16="http://schemas.microsoft.com/office/drawing/2014/main" id="{15780270-7E01-719A-5DC4-B78115E1D677}"/>
              </a:ext>
            </a:extLst>
          </p:cNvPr>
          <p:cNvSpPr/>
          <p:nvPr/>
        </p:nvSpPr>
        <p:spPr bwMode="auto">
          <a:xfrm>
            <a:off x="9290264" y="2687956"/>
            <a:ext cx="2925237" cy="3476625"/>
          </a:xfrm>
          <a:custGeom>
            <a:avLst/>
            <a:gdLst>
              <a:gd name="connsiteX0" fmla="*/ 2919413 w 2925237"/>
              <a:gd name="connsiteY0" fmla="*/ 0 h 3476625"/>
              <a:gd name="connsiteX1" fmla="*/ 2925237 w 2925237"/>
              <a:gd name="connsiteY1" fmla="*/ 163915 h 3476625"/>
              <a:gd name="connsiteX2" fmla="*/ 2925237 w 2925237"/>
              <a:gd name="connsiteY2" fmla="*/ 3398721 h 3476625"/>
              <a:gd name="connsiteX3" fmla="*/ 0 w 2925237"/>
              <a:gd name="connsiteY3" fmla="*/ 3476625 h 3476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5237" h="3476625">
                <a:moveTo>
                  <a:pt x="2919413" y="0"/>
                </a:moveTo>
                <a:lnTo>
                  <a:pt x="2925237" y="163915"/>
                </a:lnTo>
                <a:lnTo>
                  <a:pt x="2925237" y="3398721"/>
                </a:lnTo>
                <a:lnTo>
                  <a:pt x="0" y="3476625"/>
                </a:lnTo>
                <a:close/>
              </a:path>
            </a:pathLst>
          </a:custGeom>
          <a:solidFill>
            <a:srgbClr val="EFEF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sz="135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42" name="2">
            <a:extLst>
              <a:ext uri="{FF2B5EF4-FFF2-40B4-BE49-F238E27FC236}">
                <a16:creationId xmlns:a16="http://schemas.microsoft.com/office/drawing/2014/main" id="{C6B6B6A8-257C-72F6-C0B3-3AD3DC079678}"/>
              </a:ext>
            </a:extLst>
          </p:cNvPr>
          <p:cNvSpPr/>
          <p:nvPr/>
        </p:nvSpPr>
        <p:spPr bwMode="auto">
          <a:xfrm>
            <a:off x="8237752" y="4131556"/>
            <a:ext cx="3977749" cy="2758695"/>
          </a:xfrm>
          <a:custGeom>
            <a:avLst/>
            <a:gdLst>
              <a:gd name="connsiteX0" fmla="*/ 3977749 w 3977749"/>
              <a:gd name="connsiteY0" fmla="*/ 0 h 2758695"/>
              <a:gd name="connsiteX1" fmla="*/ 3977749 w 3977749"/>
              <a:gd name="connsiteY1" fmla="*/ 2758695 h 2758695"/>
              <a:gd name="connsiteX2" fmla="*/ 626774 w 3977749"/>
              <a:gd name="connsiteY2" fmla="*/ 2758695 h 2758695"/>
              <a:gd name="connsiteX3" fmla="*/ 0 w 3977749"/>
              <a:gd name="connsiteY3" fmla="*/ 2734703 h 2758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7749" h="2758695">
                <a:moveTo>
                  <a:pt x="3977749" y="0"/>
                </a:moveTo>
                <a:lnTo>
                  <a:pt x="3977749" y="2758695"/>
                </a:lnTo>
                <a:lnTo>
                  <a:pt x="626774" y="2758695"/>
                </a:lnTo>
                <a:lnTo>
                  <a:pt x="0" y="2734703"/>
                </a:lnTo>
                <a:close/>
              </a:path>
            </a:pathLst>
          </a:custGeom>
          <a:solidFill>
            <a:srgbClr val="4F7F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sz="135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43" name="1">
            <a:extLst>
              <a:ext uri="{FF2B5EF4-FFF2-40B4-BE49-F238E27FC236}">
                <a16:creationId xmlns:a16="http://schemas.microsoft.com/office/drawing/2014/main" id="{7DDFFFF2-008C-D154-BB75-ED9AED1A3AB4}"/>
              </a:ext>
            </a:extLst>
          </p:cNvPr>
          <p:cNvSpPr/>
          <p:nvPr/>
        </p:nvSpPr>
        <p:spPr bwMode="auto">
          <a:xfrm>
            <a:off x="7875576" y="4899188"/>
            <a:ext cx="4339925" cy="1991063"/>
          </a:xfrm>
          <a:custGeom>
            <a:avLst/>
            <a:gdLst>
              <a:gd name="connsiteX0" fmla="*/ 4339925 w 4339925"/>
              <a:gd name="connsiteY0" fmla="*/ 0 h 1991063"/>
              <a:gd name="connsiteX1" fmla="*/ 4339925 w 4339925"/>
              <a:gd name="connsiteY1" fmla="*/ 913141 h 1991063"/>
              <a:gd name="connsiteX2" fmla="*/ 305017 w 4339925"/>
              <a:gd name="connsiteY2" fmla="*/ 1991063 h 1991063"/>
              <a:gd name="connsiteX3" fmla="*/ 0 w 4339925"/>
              <a:gd name="connsiteY3" fmla="*/ 1991063 h 1991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9925" h="1991063">
                <a:moveTo>
                  <a:pt x="4339925" y="0"/>
                </a:moveTo>
                <a:lnTo>
                  <a:pt x="4339925" y="913141"/>
                </a:lnTo>
                <a:lnTo>
                  <a:pt x="305017" y="1991063"/>
                </a:lnTo>
                <a:lnTo>
                  <a:pt x="0" y="199106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sz="135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14" name="PA_矩形 3">
            <a:extLst>
              <a:ext uri="{FF2B5EF4-FFF2-40B4-BE49-F238E27FC236}">
                <a16:creationId xmlns:a16="http://schemas.microsoft.com/office/drawing/2014/main" id="{835324B1-A230-DE73-D938-2A4234E5B48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51577" y="2978418"/>
            <a:ext cx="8288846" cy="1446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72" tIns="60936" rIns="121872" bIns="60936" numCol="1" anchor="t" anchorCtr="0" compatLnSpc="1">
            <a:normAutofit fontScale="85000" lnSpcReduction="20000"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9pPr>
          </a:lstStyle>
          <a:p>
            <a:pPr algn="ctr"/>
            <a:r>
              <a:rPr lang="en-US" sz="2000" b="1" cap="all" dirty="0">
                <a:solidFill>
                  <a:schemeClr val="accent1">
                    <a:lumMod val="75000"/>
                  </a:schemeClr>
                </a:solidFill>
              </a:rPr>
              <a:t>ĐỀ TÀI</a:t>
            </a:r>
          </a:p>
          <a:p>
            <a:pPr algn="ctr"/>
            <a:r>
              <a:rPr lang="en-US" sz="3200" b="1" cap="all" dirty="0" err="1">
                <a:solidFill>
                  <a:schemeClr val="accent1">
                    <a:lumMod val="75000"/>
                  </a:schemeClr>
                </a:solidFill>
              </a:rPr>
              <a:t>Phát</a:t>
            </a:r>
            <a:r>
              <a:rPr lang="en-US" sz="3200" b="1" cap="all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cap="all" dirty="0" err="1">
                <a:solidFill>
                  <a:schemeClr val="accent1">
                    <a:lumMod val="75000"/>
                  </a:schemeClr>
                </a:solidFill>
              </a:rPr>
              <a:t>triển</a:t>
            </a:r>
            <a:r>
              <a:rPr lang="en-US" sz="3200" b="1" cap="all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cap="all" dirty="0" err="1">
                <a:solidFill>
                  <a:schemeClr val="accent1">
                    <a:lumMod val="75000"/>
                  </a:schemeClr>
                </a:solidFill>
              </a:rPr>
              <a:t>hệ</a:t>
            </a:r>
            <a:r>
              <a:rPr lang="en-US" sz="3200" b="1" cap="all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cap="all" dirty="0" err="1">
                <a:solidFill>
                  <a:schemeClr val="accent1">
                    <a:lumMod val="75000"/>
                  </a:schemeClr>
                </a:solidFill>
              </a:rPr>
              <a:t>thông</a:t>
            </a:r>
            <a:r>
              <a:rPr lang="en-US" sz="3200" b="1" cap="all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cap="all" dirty="0" err="1">
                <a:solidFill>
                  <a:schemeClr val="accent1">
                    <a:lumMod val="75000"/>
                  </a:schemeClr>
                </a:solidFill>
              </a:rPr>
              <a:t>quản</a:t>
            </a:r>
            <a:r>
              <a:rPr lang="en-US" sz="3200" b="1" cap="all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cap="all" dirty="0" err="1">
                <a:solidFill>
                  <a:schemeClr val="accent1">
                    <a:lumMod val="75000"/>
                  </a:schemeClr>
                </a:solidFill>
              </a:rPr>
              <a:t>lý</a:t>
            </a:r>
            <a:r>
              <a:rPr lang="en-US" sz="3200" b="1" cap="all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cap="all" dirty="0" err="1">
                <a:solidFill>
                  <a:schemeClr val="accent1">
                    <a:lumMod val="75000"/>
                  </a:schemeClr>
                </a:solidFill>
              </a:rPr>
              <a:t>quán</a:t>
            </a:r>
            <a:r>
              <a:rPr lang="en-US" sz="3200" b="1" cap="all" dirty="0">
                <a:solidFill>
                  <a:schemeClr val="accent1">
                    <a:lumMod val="75000"/>
                  </a:schemeClr>
                </a:solidFill>
              </a:rPr>
              <a:t> café </a:t>
            </a:r>
            <a:r>
              <a:rPr lang="en-US" sz="3200" b="1" cap="all" dirty="0" err="1">
                <a:solidFill>
                  <a:schemeClr val="accent1">
                    <a:lumMod val="75000"/>
                  </a:schemeClr>
                </a:solidFill>
              </a:rPr>
              <a:t>trên</a:t>
            </a:r>
            <a:r>
              <a:rPr lang="en-US" sz="3200" b="1" cap="all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cap="all" dirty="0" err="1">
                <a:solidFill>
                  <a:schemeClr val="accent1">
                    <a:lumMod val="75000"/>
                  </a:schemeClr>
                </a:solidFill>
              </a:rPr>
              <a:t>nền</a:t>
            </a:r>
            <a:r>
              <a:rPr lang="en-US" sz="3200" b="1" cap="all" dirty="0">
                <a:solidFill>
                  <a:schemeClr val="accent1">
                    <a:lumMod val="75000"/>
                  </a:schemeClr>
                </a:solidFill>
              </a:rPr>
              <a:t> web </a:t>
            </a:r>
            <a:r>
              <a:rPr lang="en-US" sz="3200" b="1" cap="all" dirty="0" err="1">
                <a:solidFill>
                  <a:schemeClr val="accent1">
                    <a:lumMod val="75000"/>
                  </a:schemeClr>
                </a:solidFill>
              </a:rPr>
              <a:t>tích</a:t>
            </a:r>
            <a:r>
              <a:rPr lang="en-US" sz="3200" b="1" cap="all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cap="all" dirty="0" err="1">
                <a:solidFill>
                  <a:schemeClr val="accent1">
                    <a:lumMod val="75000"/>
                  </a:schemeClr>
                </a:solidFill>
              </a:rPr>
              <a:t>hợp</a:t>
            </a:r>
            <a:r>
              <a:rPr lang="en-US" sz="3200" b="1" cap="all" dirty="0">
                <a:solidFill>
                  <a:schemeClr val="accent1">
                    <a:lumMod val="75000"/>
                  </a:schemeClr>
                </a:solidFill>
              </a:rPr>
              <a:t> ai </a:t>
            </a:r>
            <a:r>
              <a:rPr lang="en-US" sz="3200" b="1" cap="all" dirty="0" err="1">
                <a:solidFill>
                  <a:schemeClr val="accent1">
                    <a:lumMod val="75000"/>
                  </a:schemeClr>
                </a:solidFill>
              </a:rPr>
              <a:t>tư</a:t>
            </a:r>
            <a:r>
              <a:rPr lang="en-US" sz="3200" b="1" cap="all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cap="all" dirty="0" err="1">
                <a:solidFill>
                  <a:schemeClr val="accent1">
                    <a:lumMod val="75000"/>
                  </a:schemeClr>
                </a:solidFill>
              </a:rPr>
              <a:t>vấn</a:t>
            </a:r>
            <a:r>
              <a:rPr lang="en-US" sz="3200" b="1" cap="all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cap="all" dirty="0" err="1">
                <a:solidFill>
                  <a:schemeClr val="accent1">
                    <a:lumMod val="75000"/>
                  </a:schemeClr>
                </a:solidFill>
              </a:rPr>
              <a:t>đồ</a:t>
            </a:r>
            <a:r>
              <a:rPr lang="en-US" sz="3200" b="1" cap="all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cap="all" dirty="0" err="1">
                <a:solidFill>
                  <a:schemeClr val="accent1">
                    <a:lumMod val="75000"/>
                  </a:schemeClr>
                </a:solidFill>
              </a:rPr>
              <a:t>uống</a:t>
            </a:r>
            <a:r>
              <a:rPr lang="en-US" sz="3200" b="1" cap="all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cap="all" dirty="0" err="1">
                <a:solidFill>
                  <a:schemeClr val="accent1">
                    <a:lumMod val="75000"/>
                  </a:schemeClr>
                </a:solidFill>
              </a:rPr>
              <a:t>và</a:t>
            </a:r>
            <a:r>
              <a:rPr lang="en-US" sz="3200" b="1" cap="all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cap="all" dirty="0" err="1">
                <a:solidFill>
                  <a:schemeClr val="accent1">
                    <a:lumMod val="75000"/>
                  </a:schemeClr>
                </a:solidFill>
              </a:rPr>
              <a:t>dự</a:t>
            </a:r>
            <a:r>
              <a:rPr lang="en-US" sz="3200" b="1" cap="all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cap="all" dirty="0" err="1">
                <a:solidFill>
                  <a:schemeClr val="accent1">
                    <a:lumMod val="75000"/>
                  </a:schemeClr>
                </a:solidFill>
              </a:rPr>
              <a:t>đoán</a:t>
            </a:r>
            <a:r>
              <a:rPr lang="en-US" sz="3200" b="1" cap="all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cap="all" dirty="0" err="1">
                <a:solidFill>
                  <a:schemeClr val="accent1">
                    <a:lumMod val="75000"/>
                  </a:schemeClr>
                </a:solidFill>
              </a:rPr>
              <a:t>doanh</a:t>
            </a:r>
            <a:r>
              <a:rPr lang="en-US" sz="3200" b="1" cap="all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cap="all" dirty="0" err="1">
                <a:solidFill>
                  <a:schemeClr val="accent1">
                    <a:lumMod val="75000"/>
                  </a:schemeClr>
                </a:solidFill>
              </a:rPr>
              <a:t>thu</a:t>
            </a:r>
            <a:endParaRPr lang="vi-VN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任意多边形 22">
            <a:extLst>
              <a:ext uri="{FF2B5EF4-FFF2-40B4-BE49-F238E27FC236}">
                <a16:creationId xmlns:a16="http://schemas.microsoft.com/office/drawing/2014/main" id="{23B4BB54-1B58-88F1-3725-7F32DCF4C38C}"/>
              </a:ext>
            </a:extLst>
          </p:cNvPr>
          <p:cNvSpPr/>
          <p:nvPr/>
        </p:nvSpPr>
        <p:spPr>
          <a:xfrm>
            <a:off x="1899987" y="2222238"/>
            <a:ext cx="8780780" cy="2374900"/>
          </a:xfrm>
          <a:custGeom>
            <a:avLst/>
            <a:gdLst>
              <a:gd name="connsiteX0" fmla="*/ 0 w 6585492"/>
              <a:gd name="connsiteY0" fmla="*/ 0 h 2171406"/>
              <a:gd name="connsiteX1" fmla="*/ 1849289 w 6585492"/>
              <a:gd name="connsiteY1" fmla="*/ 0 h 2171406"/>
              <a:gd name="connsiteX2" fmla="*/ 1849289 w 6585492"/>
              <a:gd name="connsiteY2" fmla="*/ 149501 h 2171406"/>
              <a:gd name="connsiteX3" fmla="*/ 149501 w 6585492"/>
              <a:gd name="connsiteY3" fmla="*/ 149501 h 2171406"/>
              <a:gd name="connsiteX4" fmla="*/ 149501 w 6585492"/>
              <a:gd name="connsiteY4" fmla="*/ 2021905 h 2171406"/>
              <a:gd name="connsiteX5" fmla="*/ 6435991 w 6585492"/>
              <a:gd name="connsiteY5" fmla="*/ 2021905 h 2171406"/>
              <a:gd name="connsiteX6" fmla="*/ 6435991 w 6585492"/>
              <a:gd name="connsiteY6" fmla="*/ 149501 h 2171406"/>
              <a:gd name="connsiteX7" fmla="*/ 4399901 w 6585492"/>
              <a:gd name="connsiteY7" fmla="*/ 149501 h 2171406"/>
              <a:gd name="connsiteX8" fmla="*/ 4399901 w 6585492"/>
              <a:gd name="connsiteY8" fmla="*/ 0 h 2171406"/>
              <a:gd name="connsiteX9" fmla="*/ 6585492 w 6585492"/>
              <a:gd name="connsiteY9" fmla="*/ 0 h 2171406"/>
              <a:gd name="connsiteX10" fmla="*/ 6585492 w 6585492"/>
              <a:gd name="connsiteY10" fmla="*/ 2171406 h 2171406"/>
              <a:gd name="connsiteX11" fmla="*/ 0 w 6585492"/>
              <a:gd name="connsiteY11" fmla="*/ 2171406 h 217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85492" h="2171406">
                <a:moveTo>
                  <a:pt x="0" y="0"/>
                </a:moveTo>
                <a:lnTo>
                  <a:pt x="1849289" y="0"/>
                </a:lnTo>
                <a:lnTo>
                  <a:pt x="1849289" y="149501"/>
                </a:lnTo>
                <a:lnTo>
                  <a:pt x="149501" y="149501"/>
                </a:lnTo>
                <a:lnTo>
                  <a:pt x="149501" y="2021905"/>
                </a:lnTo>
                <a:lnTo>
                  <a:pt x="6435991" y="2021905"/>
                </a:lnTo>
                <a:lnTo>
                  <a:pt x="6435991" y="149501"/>
                </a:lnTo>
                <a:lnTo>
                  <a:pt x="4399901" y="149501"/>
                </a:lnTo>
                <a:lnTo>
                  <a:pt x="4399901" y="0"/>
                </a:lnTo>
                <a:lnTo>
                  <a:pt x="6585492" y="0"/>
                </a:lnTo>
                <a:lnTo>
                  <a:pt x="6585492" y="2171406"/>
                </a:lnTo>
                <a:lnTo>
                  <a:pt x="0" y="2171406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4278AF46-5A45-3321-5D96-E259FE7CC6FD}"/>
              </a:ext>
            </a:extLst>
          </p:cNvPr>
          <p:cNvSpPr>
            <a:spLocks noEditPoints="1"/>
          </p:cNvSpPr>
          <p:nvPr/>
        </p:nvSpPr>
        <p:spPr bwMode="auto">
          <a:xfrm>
            <a:off x="5313363" y="1514848"/>
            <a:ext cx="1565275" cy="1246505"/>
          </a:xfrm>
          <a:custGeom>
            <a:avLst/>
            <a:gdLst>
              <a:gd name="T0" fmla="*/ 725 w 1364"/>
              <a:gd name="T1" fmla="*/ 847 h 1123"/>
              <a:gd name="T2" fmla="*/ 51 w 1364"/>
              <a:gd name="T3" fmla="*/ 757 h 1123"/>
              <a:gd name="T4" fmla="*/ 1159 w 1364"/>
              <a:gd name="T5" fmla="*/ 786 h 1123"/>
              <a:gd name="T6" fmla="*/ 1143 w 1364"/>
              <a:gd name="T7" fmla="*/ 765 h 1123"/>
              <a:gd name="T8" fmla="*/ 720 w 1364"/>
              <a:gd name="T9" fmla="*/ 805 h 1123"/>
              <a:gd name="T10" fmla="*/ 57 w 1364"/>
              <a:gd name="T11" fmla="*/ 484 h 1123"/>
              <a:gd name="T12" fmla="*/ 733 w 1364"/>
              <a:gd name="T13" fmla="*/ 828 h 1123"/>
              <a:gd name="T14" fmla="*/ 1158 w 1364"/>
              <a:gd name="T15" fmla="*/ 621 h 1123"/>
              <a:gd name="T16" fmla="*/ 720 w 1364"/>
              <a:gd name="T17" fmla="*/ 805 h 1123"/>
              <a:gd name="T18" fmla="*/ 1001 w 1364"/>
              <a:gd name="T19" fmla="*/ 579 h 1123"/>
              <a:gd name="T20" fmla="*/ 990 w 1364"/>
              <a:gd name="T21" fmla="*/ 441 h 1123"/>
              <a:gd name="T22" fmla="*/ 284 w 1364"/>
              <a:gd name="T23" fmla="*/ 432 h 1123"/>
              <a:gd name="T24" fmla="*/ 71 w 1364"/>
              <a:gd name="T25" fmla="*/ 478 h 1123"/>
              <a:gd name="T26" fmla="*/ 720 w 1364"/>
              <a:gd name="T27" fmla="*/ 1101 h 1123"/>
              <a:gd name="T28" fmla="*/ 57 w 1364"/>
              <a:gd name="T29" fmla="*/ 780 h 1123"/>
              <a:gd name="T30" fmla="*/ 733 w 1364"/>
              <a:gd name="T31" fmla="*/ 1123 h 1123"/>
              <a:gd name="T32" fmla="*/ 1158 w 1364"/>
              <a:gd name="T33" fmla="*/ 917 h 1123"/>
              <a:gd name="T34" fmla="*/ 720 w 1364"/>
              <a:gd name="T35" fmla="*/ 1101 h 1123"/>
              <a:gd name="T36" fmla="*/ 1067 w 1364"/>
              <a:gd name="T37" fmla="*/ 344 h 1123"/>
              <a:gd name="T38" fmla="*/ 1056 w 1364"/>
              <a:gd name="T39" fmla="*/ 368 h 1123"/>
              <a:gd name="T40" fmla="*/ 1063 w 1364"/>
              <a:gd name="T41" fmla="*/ 404 h 1123"/>
              <a:gd name="T42" fmla="*/ 1035 w 1364"/>
              <a:gd name="T43" fmla="*/ 562 h 1123"/>
              <a:gd name="T44" fmla="*/ 1115 w 1364"/>
              <a:gd name="T45" fmla="*/ 422 h 1123"/>
              <a:gd name="T46" fmla="*/ 1106 w 1364"/>
              <a:gd name="T47" fmla="*/ 389 h 1123"/>
              <a:gd name="T48" fmla="*/ 1114 w 1364"/>
              <a:gd name="T49" fmla="*/ 352 h 1123"/>
              <a:gd name="T50" fmla="*/ 1104 w 1364"/>
              <a:gd name="T51" fmla="*/ 226 h 1123"/>
              <a:gd name="T52" fmla="*/ 1356 w 1364"/>
              <a:gd name="T53" fmla="*/ 174 h 1123"/>
              <a:gd name="T54" fmla="*/ 773 w 1364"/>
              <a:gd name="T55" fmla="*/ 4 h 1123"/>
              <a:gd name="T56" fmla="*/ 413 w 1364"/>
              <a:gd name="T57" fmla="*/ 28 h 1123"/>
              <a:gd name="T58" fmla="*/ 11 w 1364"/>
              <a:gd name="T59" fmla="*/ 76 h 1123"/>
              <a:gd name="T60" fmla="*/ 480 w 1364"/>
              <a:gd name="T61" fmla="*/ 323 h 1123"/>
              <a:gd name="T62" fmla="*/ 1039 w 1364"/>
              <a:gd name="T63" fmla="*/ 238 h 1123"/>
              <a:gd name="T64" fmla="*/ 628 w 1364"/>
              <a:gd name="T65" fmla="*/ 161 h 1123"/>
              <a:gd name="T66" fmla="*/ 1054 w 1364"/>
              <a:gd name="T67" fmla="*/ 204 h 1123"/>
              <a:gd name="T68" fmla="*/ 961 w 1364"/>
              <a:gd name="T69" fmla="*/ 281 h 1123"/>
              <a:gd name="T70" fmla="*/ 315 w 1364"/>
              <a:gd name="T71" fmla="*/ 432 h 1123"/>
              <a:gd name="T72" fmla="*/ 466 w 1364"/>
              <a:gd name="T73" fmla="*/ 350 h 1123"/>
              <a:gd name="T74" fmla="*/ 961 w 1364"/>
              <a:gd name="T75" fmla="*/ 281 h 1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364" h="1123">
                <a:moveTo>
                  <a:pt x="717" y="953"/>
                </a:moveTo>
                <a:cubicBezTo>
                  <a:pt x="707" y="917"/>
                  <a:pt x="707" y="881"/>
                  <a:pt x="725" y="847"/>
                </a:cubicBezTo>
                <a:lnTo>
                  <a:pt x="54" y="632"/>
                </a:lnTo>
                <a:cubicBezTo>
                  <a:pt x="28" y="665"/>
                  <a:pt x="21" y="710"/>
                  <a:pt x="51" y="757"/>
                </a:cubicBezTo>
                <a:lnTo>
                  <a:pt x="730" y="975"/>
                </a:lnTo>
                <a:lnTo>
                  <a:pt x="1159" y="786"/>
                </a:lnTo>
                <a:cubicBezTo>
                  <a:pt x="1170" y="781"/>
                  <a:pt x="1169" y="773"/>
                  <a:pt x="1155" y="768"/>
                </a:cubicBezTo>
                <a:lnTo>
                  <a:pt x="1143" y="765"/>
                </a:lnTo>
                <a:lnTo>
                  <a:pt x="717" y="953"/>
                </a:lnTo>
                <a:close/>
                <a:moveTo>
                  <a:pt x="720" y="805"/>
                </a:moveTo>
                <a:cubicBezTo>
                  <a:pt x="710" y="770"/>
                  <a:pt x="710" y="734"/>
                  <a:pt x="729" y="700"/>
                </a:cubicBezTo>
                <a:lnTo>
                  <a:pt x="57" y="484"/>
                </a:lnTo>
                <a:cubicBezTo>
                  <a:pt x="31" y="518"/>
                  <a:pt x="24" y="563"/>
                  <a:pt x="55" y="610"/>
                </a:cubicBezTo>
                <a:lnTo>
                  <a:pt x="733" y="828"/>
                </a:lnTo>
                <a:lnTo>
                  <a:pt x="1162" y="639"/>
                </a:lnTo>
                <a:cubicBezTo>
                  <a:pt x="1174" y="633"/>
                  <a:pt x="1172" y="626"/>
                  <a:pt x="1158" y="621"/>
                </a:cubicBezTo>
                <a:lnTo>
                  <a:pt x="1146" y="617"/>
                </a:lnTo>
                <a:lnTo>
                  <a:pt x="720" y="805"/>
                </a:lnTo>
                <a:close/>
                <a:moveTo>
                  <a:pt x="742" y="694"/>
                </a:moveTo>
                <a:lnTo>
                  <a:pt x="1001" y="579"/>
                </a:lnTo>
                <a:lnTo>
                  <a:pt x="1021" y="451"/>
                </a:lnTo>
                <a:lnTo>
                  <a:pt x="990" y="441"/>
                </a:lnTo>
                <a:cubicBezTo>
                  <a:pt x="976" y="548"/>
                  <a:pt x="711" y="556"/>
                  <a:pt x="638" y="556"/>
                </a:cubicBezTo>
                <a:cubicBezTo>
                  <a:pt x="562" y="556"/>
                  <a:pt x="284" y="548"/>
                  <a:pt x="284" y="432"/>
                </a:cubicBezTo>
                <a:lnTo>
                  <a:pt x="284" y="384"/>
                </a:lnTo>
                <a:lnTo>
                  <a:pt x="71" y="478"/>
                </a:lnTo>
                <a:lnTo>
                  <a:pt x="742" y="694"/>
                </a:lnTo>
                <a:close/>
                <a:moveTo>
                  <a:pt x="720" y="1101"/>
                </a:moveTo>
                <a:cubicBezTo>
                  <a:pt x="710" y="1066"/>
                  <a:pt x="710" y="1030"/>
                  <a:pt x="728" y="995"/>
                </a:cubicBezTo>
                <a:lnTo>
                  <a:pt x="57" y="780"/>
                </a:lnTo>
                <a:cubicBezTo>
                  <a:pt x="31" y="814"/>
                  <a:pt x="24" y="858"/>
                  <a:pt x="54" y="906"/>
                </a:cubicBezTo>
                <a:lnTo>
                  <a:pt x="733" y="1123"/>
                </a:lnTo>
                <a:lnTo>
                  <a:pt x="1162" y="934"/>
                </a:lnTo>
                <a:cubicBezTo>
                  <a:pt x="1173" y="929"/>
                  <a:pt x="1171" y="921"/>
                  <a:pt x="1158" y="917"/>
                </a:cubicBezTo>
                <a:lnTo>
                  <a:pt x="1146" y="913"/>
                </a:lnTo>
                <a:lnTo>
                  <a:pt x="720" y="1101"/>
                </a:lnTo>
                <a:close/>
                <a:moveTo>
                  <a:pt x="1067" y="219"/>
                </a:moveTo>
                <a:lnTo>
                  <a:pt x="1067" y="344"/>
                </a:lnTo>
                <a:cubicBezTo>
                  <a:pt x="1062" y="345"/>
                  <a:pt x="1058" y="348"/>
                  <a:pt x="1058" y="352"/>
                </a:cubicBezTo>
                <a:lnTo>
                  <a:pt x="1056" y="368"/>
                </a:lnTo>
                <a:cubicBezTo>
                  <a:pt x="1056" y="378"/>
                  <a:pt x="1065" y="382"/>
                  <a:pt x="1064" y="389"/>
                </a:cubicBezTo>
                <a:lnTo>
                  <a:pt x="1063" y="404"/>
                </a:lnTo>
                <a:cubicBezTo>
                  <a:pt x="1063" y="410"/>
                  <a:pt x="1057" y="415"/>
                  <a:pt x="1056" y="422"/>
                </a:cubicBezTo>
                <a:lnTo>
                  <a:pt x="1035" y="562"/>
                </a:lnTo>
                <a:cubicBezTo>
                  <a:pt x="1043" y="579"/>
                  <a:pt x="1127" y="579"/>
                  <a:pt x="1136" y="562"/>
                </a:cubicBezTo>
                <a:lnTo>
                  <a:pt x="1115" y="422"/>
                </a:lnTo>
                <a:cubicBezTo>
                  <a:pt x="1114" y="415"/>
                  <a:pt x="1108" y="410"/>
                  <a:pt x="1107" y="404"/>
                </a:cubicBezTo>
                <a:lnTo>
                  <a:pt x="1106" y="389"/>
                </a:lnTo>
                <a:cubicBezTo>
                  <a:pt x="1106" y="381"/>
                  <a:pt x="1115" y="379"/>
                  <a:pt x="1115" y="369"/>
                </a:cubicBezTo>
                <a:lnTo>
                  <a:pt x="1114" y="352"/>
                </a:lnTo>
                <a:cubicBezTo>
                  <a:pt x="1113" y="347"/>
                  <a:pt x="1109" y="344"/>
                  <a:pt x="1104" y="344"/>
                </a:cubicBezTo>
                <a:cubicBezTo>
                  <a:pt x="1104" y="218"/>
                  <a:pt x="1104" y="362"/>
                  <a:pt x="1104" y="226"/>
                </a:cubicBezTo>
                <a:lnTo>
                  <a:pt x="1356" y="183"/>
                </a:lnTo>
                <a:cubicBezTo>
                  <a:pt x="1362" y="182"/>
                  <a:pt x="1364" y="177"/>
                  <a:pt x="1356" y="174"/>
                </a:cubicBezTo>
                <a:cubicBezTo>
                  <a:pt x="1235" y="139"/>
                  <a:pt x="1125" y="107"/>
                  <a:pt x="1024" y="77"/>
                </a:cubicBezTo>
                <a:cubicBezTo>
                  <a:pt x="934" y="51"/>
                  <a:pt x="850" y="26"/>
                  <a:pt x="773" y="4"/>
                </a:cubicBezTo>
                <a:cubicBezTo>
                  <a:pt x="759" y="0"/>
                  <a:pt x="750" y="0"/>
                  <a:pt x="736" y="1"/>
                </a:cubicBezTo>
                <a:cubicBezTo>
                  <a:pt x="635" y="9"/>
                  <a:pt x="527" y="18"/>
                  <a:pt x="413" y="28"/>
                </a:cubicBezTo>
                <a:cubicBezTo>
                  <a:pt x="289" y="39"/>
                  <a:pt x="155" y="50"/>
                  <a:pt x="12" y="62"/>
                </a:cubicBezTo>
                <a:cubicBezTo>
                  <a:pt x="0" y="64"/>
                  <a:pt x="3" y="73"/>
                  <a:pt x="11" y="76"/>
                </a:cubicBezTo>
                <a:cubicBezTo>
                  <a:pt x="68" y="106"/>
                  <a:pt x="130" y="139"/>
                  <a:pt x="198" y="175"/>
                </a:cubicBezTo>
                <a:cubicBezTo>
                  <a:pt x="281" y="219"/>
                  <a:pt x="374" y="268"/>
                  <a:pt x="480" y="323"/>
                </a:cubicBezTo>
                <a:cubicBezTo>
                  <a:pt x="489" y="328"/>
                  <a:pt x="508" y="330"/>
                  <a:pt x="523" y="327"/>
                </a:cubicBezTo>
                <a:cubicBezTo>
                  <a:pt x="695" y="298"/>
                  <a:pt x="867" y="268"/>
                  <a:pt x="1039" y="238"/>
                </a:cubicBezTo>
                <a:cubicBezTo>
                  <a:pt x="1038" y="232"/>
                  <a:pt x="1036" y="229"/>
                  <a:pt x="1029" y="227"/>
                </a:cubicBezTo>
                <a:lnTo>
                  <a:pt x="628" y="161"/>
                </a:lnTo>
                <a:cubicBezTo>
                  <a:pt x="593" y="156"/>
                  <a:pt x="599" y="131"/>
                  <a:pt x="619" y="134"/>
                </a:cubicBezTo>
                <a:lnTo>
                  <a:pt x="1054" y="204"/>
                </a:lnTo>
                <a:cubicBezTo>
                  <a:pt x="1062" y="206"/>
                  <a:pt x="1066" y="211"/>
                  <a:pt x="1067" y="219"/>
                </a:cubicBezTo>
                <a:close/>
                <a:moveTo>
                  <a:pt x="961" y="281"/>
                </a:moveTo>
                <a:lnTo>
                  <a:pt x="961" y="432"/>
                </a:lnTo>
                <a:cubicBezTo>
                  <a:pt x="961" y="557"/>
                  <a:pt x="315" y="557"/>
                  <a:pt x="315" y="432"/>
                </a:cubicBezTo>
                <a:lnTo>
                  <a:pt x="315" y="270"/>
                </a:lnTo>
                <a:cubicBezTo>
                  <a:pt x="365" y="296"/>
                  <a:pt x="415" y="323"/>
                  <a:pt x="466" y="350"/>
                </a:cubicBezTo>
                <a:cubicBezTo>
                  <a:pt x="483" y="359"/>
                  <a:pt x="509" y="360"/>
                  <a:pt x="528" y="357"/>
                </a:cubicBezTo>
                <a:cubicBezTo>
                  <a:pt x="672" y="331"/>
                  <a:pt x="816" y="306"/>
                  <a:pt x="961" y="28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F065AA-EE94-F2D9-356F-D4EA39DF6D51}"/>
              </a:ext>
            </a:extLst>
          </p:cNvPr>
          <p:cNvSpPr/>
          <p:nvPr/>
        </p:nvSpPr>
        <p:spPr>
          <a:xfrm rot="18903724">
            <a:off x="-612775" y="5980430"/>
            <a:ext cx="4185285" cy="3201035"/>
          </a:xfrm>
          <a:prstGeom prst="rect">
            <a:avLst/>
          </a:prstGeom>
          <a:solidFill>
            <a:srgbClr val="7BA0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31950A3-C3F2-715D-0EF2-758549362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053" y="18927"/>
            <a:ext cx="1094814" cy="1094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A_矩形 3">
            <a:extLst>
              <a:ext uri="{FF2B5EF4-FFF2-40B4-BE49-F238E27FC236}">
                <a16:creationId xmlns:a16="http://schemas.microsoft.com/office/drawing/2014/main" id="{3164433D-C1A7-7387-CEB6-05599A1604EF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639827" y="331569"/>
            <a:ext cx="6880091" cy="695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72" tIns="60936" rIns="121872" bIns="60936" numCol="1" anchor="t" anchorCtr="0" compatLnSpc="1">
            <a:norm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vi-VN" sz="1600" b="1" dirty="0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+mn-ea"/>
                <a:sym typeface="+mn-lt"/>
              </a:rPr>
              <a:t>ĐẠI HỌC THÁI NGUYÊN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vi-VN" sz="1600" b="1" dirty="0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+mn-ea"/>
                <a:sym typeface="+mn-lt"/>
              </a:rPr>
              <a:t>TRƯỜNG ĐẠI HỌC CÔNG NGHỆ THÔNG TIN VÀ TRUYỀN THÔNG</a:t>
            </a:r>
            <a:endParaRPr lang="vi-VN" altLang="vi-VN" sz="1600" b="1" dirty="0">
              <a:solidFill>
                <a:schemeClr val="accent1">
                  <a:lumMod val="75000"/>
                </a:schemeClr>
              </a:solidFill>
              <a:latin typeface="Noto Sans"/>
              <a:ea typeface="Noto Sans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65834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3612473">
            <a:off x="-4487264" y="4569308"/>
            <a:ext cx="10997920" cy="663454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40"/>
          </a:p>
        </p:txBody>
      </p:sp>
      <p:sp>
        <p:nvSpPr>
          <p:cNvPr id="3" name="矩形 2"/>
          <p:cNvSpPr/>
          <p:nvPr/>
        </p:nvSpPr>
        <p:spPr>
          <a:xfrm rot="18916618">
            <a:off x="-4501026" y="-2005939"/>
            <a:ext cx="10997920" cy="6634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40"/>
          </a:p>
        </p:txBody>
      </p:sp>
      <p:sp>
        <p:nvSpPr>
          <p:cNvPr id="5" name="矩形 4"/>
          <p:cNvSpPr/>
          <p:nvPr/>
        </p:nvSpPr>
        <p:spPr>
          <a:xfrm rot="13612473">
            <a:off x="9298517" y="-4007102"/>
            <a:ext cx="10997920" cy="6634540"/>
          </a:xfrm>
          <a:prstGeom prst="rect">
            <a:avLst/>
          </a:prstGeom>
          <a:solidFill>
            <a:srgbClr val="0834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4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929" y="7750656"/>
            <a:ext cx="12138597" cy="6828536"/>
          </a:xfrm>
          <a:prstGeom prst="rect">
            <a:avLst/>
          </a:prstGeom>
        </p:spPr>
      </p:pic>
      <p:sp>
        <p:nvSpPr>
          <p:cNvPr id="7" name="Rectangle 30"/>
          <p:cNvSpPr/>
          <p:nvPr/>
        </p:nvSpPr>
        <p:spPr>
          <a:xfrm flipH="1">
            <a:off x="432665" y="1823922"/>
            <a:ext cx="3104454" cy="754228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pPr algn="r"/>
            <a:r>
              <a:rPr lang="vi-VN" altLang="vi-VN" sz="4300" b="1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NỘI DUNG</a:t>
            </a:r>
            <a:endParaRPr lang="en-US" sz="4875" b="1">
              <a:solidFill>
                <a:schemeClr val="bg1"/>
              </a:solidFill>
              <a:latin typeface="方正兰亭中粗黑_GBK" panose="02000000000000000000" pitchFamily="2" charset="-122"/>
              <a:ea typeface="方正兰亭中粗黑_GBK" panose="02000000000000000000" pitchFamily="2" charset="-122"/>
              <a:cs typeface="Open Sans" panose="020B0606030504020204" pitchFamily="34" charset="0"/>
            </a:endParaRPr>
          </a:p>
        </p:txBody>
      </p:sp>
      <p:sp>
        <p:nvSpPr>
          <p:cNvPr id="8" name="Rectangle 30"/>
          <p:cNvSpPr/>
          <p:nvPr/>
        </p:nvSpPr>
        <p:spPr>
          <a:xfrm flipH="1">
            <a:off x="7615388" y="1816836"/>
            <a:ext cx="3479121" cy="457200"/>
          </a:xfrm>
          <a:prstGeom prst="rect">
            <a:avLst/>
          </a:prstGeom>
          <a:solidFill>
            <a:srgbClr val="4F80BD"/>
          </a:solidFill>
        </p:spPr>
        <p:txBody>
          <a:bodyPr wrap="square">
            <a:normAutofit/>
          </a:bodyPr>
          <a:lstStyle/>
          <a:p>
            <a:pPr algn="ctr"/>
            <a:r>
              <a:rPr lang="en-US" altLang="vi-VN" b="1" dirty="0" err="1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Giới</a:t>
            </a:r>
            <a:r>
              <a:rPr lang="en-US" altLang="vi-VN" b="1" dirty="0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 </a:t>
            </a:r>
            <a:r>
              <a:rPr lang="en-US" altLang="vi-VN" b="1" dirty="0" err="1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thiệu</a:t>
            </a:r>
            <a:r>
              <a:rPr lang="en-US" altLang="vi-VN" b="1" dirty="0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 </a:t>
            </a:r>
            <a:r>
              <a:rPr lang="en-US" altLang="vi-VN" b="1" dirty="0" err="1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đề</a:t>
            </a:r>
            <a:r>
              <a:rPr lang="en-US" altLang="vi-VN" b="1" dirty="0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 </a:t>
            </a:r>
            <a:r>
              <a:rPr lang="en-US" altLang="vi-VN" b="1" dirty="0" err="1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tài</a:t>
            </a:r>
            <a:endParaRPr lang="vi-VN" altLang="vi-VN" b="1" dirty="0">
              <a:solidFill>
                <a:schemeClr val="bg1"/>
              </a:solidFill>
              <a:latin typeface="Noto Sans"/>
              <a:ea typeface="Noto Sans"/>
              <a:cs typeface="Open Sans" panose="020B0606030504020204" pitchFamily="34" charset="0"/>
            </a:endParaRPr>
          </a:p>
        </p:txBody>
      </p:sp>
      <p:cxnSp>
        <p:nvCxnSpPr>
          <p:cNvPr id="10" name="直接连接符 9"/>
          <p:cNvCxnSpPr>
            <a:cxnSpLocks/>
          </p:cNvCxnSpPr>
          <p:nvPr/>
        </p:nvCxnSpPr>
        <p:spPr>
          <a:xfrm>
            <a:off x="7040596" y="1635730"/>
            <a:ext cx="0" cy="419132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6971773" y="2003933"/>
            <a:ext cx="134205" cy="134205"/>
          </a:xfrm>
          <a:prstGeom prst="ellipse">
            <a:avLst/>
          </a:prstGeom>
          <a:solidFill>
            <a:srgbClr val="4F80BD"/>
          </a:solidFill>
          <a:ln>
            <a:solidFill>
              <a:srgbClr val="4F80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40"/>
          </a:p>
        </p:txBody>
      </p:sp>
      <p:sp>
        <p:nvSpPr>
          <p:cNvPr id="12" name="椭圆 11"/>
          <p:cNvSpPr/>
          <p:nvPr/>
        </p:nvSpPr>
        <p:spPr>
          <a:xfrm>
            <a:off x="6971773" y="2891750"/>
            <a:ext cx="134205" cy="134205"/>
          </a:xfrm>
          <a:prstGeom prst="ellipse">
            <a:avLst/>
          </a:prstGeom>
          <a:solidFill>
            <a:srgbClr val="4F80BD"/>
          </a:solidFill>
          <a:ln>
            <a:solidFill>
              <a:srgbClr val="4F80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40"/>
          </a:p>
        </p:txBody>
      </p:sp>
      <p:sp>
        <p:nvSpPr>
          <p:cNvPr id="13" name="椭圆 12"/>
          <p:cNvSpPr/>
          <p:nvPr/>
        </p:nvSpPr>
        <p:spPr>
          <a:xfrm>
            <a:off x="6971773" y="3786450"/>
            <a:ext cx="134205" cy="134205"/>
          </a:xfrm>
          <a:prstGeom prst="ellipse">
            <a:avLst/>
          </a:prstGeom>
          <a:solidFill>
            <a:srgbClr val="4F80BD"/>
          </a:solidFill>
          <a:ln>
            <a:solidFill>
              <a:srgbClr val="4F80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40"/>
          </a:p>
        </p:txBody>
      </p:sp>
      <p:sp>
        <p:nvSpPr>
          <p:cNvPr id="15" name="椭圆 14"/>
          <p:cNvSpPr/>
          <p:nvPr/>
        </p:nvSpPr>
        <p:spPr>
          <a:xfrm>
            <a:off x="6971773" y="4650179"/>
            <a:ext cx="134205" cy="134205"/>
          </a:xfrm>
          <a:prstGeom prst="ellipse">
            <a:avLst/>
          </a:prstGeom>
          <a:solidFill>
            <a:srgbClr val="4F80BD"/>
          </a:solidFill>
          <a:ln>
            <a:solidFill>
              <a:srgbClr val="4F80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40"/>
          </a:p>
        </p:txBody>
      </p:sp>
      <p:sp>
        <p:nvSpPr>
          <p:cNvPr id="16" name="Rectangle 30"/>
          <p:cNvSpPr/>
          <p:nvPr/>
        </p:nvSpPr>
        <p:spPr>
          <a:xfrm flipH="1">
            <a:off x="7615388" y="2665797"/>
            <a:ext cx="3479121" cy="457200"/>
          </a:xfrm>
          <a:prstGeom prst="rect">
            <a:avLst/>
          </a:prstGeom>
          <a:solidFill>
            <a:srgbClr val="4F80BD"/>
          </a:solidFill>
        </p:spPr>
        <p:txBody>
          <a:bodyPr wrap="square">
            <a:normAutofit/>
          </a:bodyPr>
          <a:lstStyle/>
          <a:p>
            <a:pPr algn="ctr"/>
            <a:r>
              <a:rPr lang="en-US" altLang="vi-VN" b="1" dirty="0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Công </a:t>
            </a:r>
            <a:r>
              <a:rPr lang="en-US" altLang="vi-VN" b="1" dirty="0" err="1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nghệ</a:t>
            </a:r>
            <a:r>
              <a:rPr lang="en-US" altLang="vi-VN" b="1" dirty="0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 </a:t>
            </a:r>
            <a:r>
              <a:rPr lang="en-US" altLang="vi-VN" b="1" dirty="0" err="1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sử</a:t>
            </a:r>
            <a:r>
              <a:rPr lang="en-US" altLang="vi-VN" b="1" dirty="0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 </a:t>
            </a:r>
            <a:r>
              <a:rPr lang="en-US" altLang="vi-VN" b="1" dirty="0" err="1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dụng</a:t>
            </a:r>
            <a:endParaRPr lang="vi-VN" altLang="vi-VN" b="1" dirty="0">
              <a:solidFill>
                <a:schemeClr val="bg1"/>
              </a:solidFill>
              <a:latin typeface="Noto Sans"/>
              <a:ea typeface="Noto Sans"/>
              <a:cs typeface="Open Sans" panose="020B0606030504020204" pitchFamily="34" charset="0"/>
            </a:endParaRPr>
          </a:p>
        </p:txBody>
      </p:sp>
      <p:sp>
        <p:nvSpPr>
          <p:cNvPr id="17" name="Rectangle 30"/>
          <p:cNvSpPr/>
          <p:nvPr/>
        </p:nvSpPr>
        <p:spPr>
          <a:xfrm flipH="1">
            <a:off x="7615388" y="3532967"/>
            <a:ext cx="3479121" cy="457200"/>
          </a:xfrm>
          <a:prstGeom prst="rect">
            <a:avLst/>
          </a:prstGeom>
          <a:solidFill>
            <a:srgbClr val="4F80BD"/>
          </a:solidFill>
        </p:spPr>
        <p:txBody>
          <a:bodyPr wrap="square">
            <a:normAutofit/>
          </a:bodyPr>
          <a:lstStyle/>
          <a:p>
            <a:pPr algn="ctr"/>
            <a:r>
              <a:rPr lang="en-US" altLang="vi-VN" b="1" dirty="0" err="1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Phân</a:t>
            </a:r>
            <a:r>
              <a:rPr lang="en-US" altLang="vi-VN" b="1" dirty="0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 </a:t>
            </a:r>
            <a:r>
              <a:rPr lang="en-US" altLang="vi-VN" b="1" dirty="0" err="1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tích</a:t>
            </a:r>
            <a:r>
              <a:rPr lang="en-US" altLang="vi-VN" b="1" dirty="0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 </a:t>
            </a:r>
            <a:r>
              <a:rPr lang="en-US" altLang="vi-VN" b="1" dirty="0" err="1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thiết</a:t>
            </a:r>
            <a:r>
              <a:rPr lang="en-US" altLang="vi-VN" b="1" dirty="0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 </a:t>
            </a:r>
            <a:r>
              <a:rPr lang="en-US" altLang="vi-VN" b="1" dirty="0" err="1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kế</a:t>
            </a:r>
            <a:endParaRPr lang="vi-VN" altLang="vi-VN" b="1" dirty="0">
              <a:solidFill>
                <a:schemeClr val="bg1"/>
              </a:solidFill>
              <a:latin typeface="Noto Sans"/>
              <a:ea typeface="Noto Sans"/>
              <a:cs typeface="Open Sans" panose="020B0606030504020204" pitchFamily="34" charset="0"/>
            </a:endParaRPr>
          </a:p>
        </p:txBody>
      </p:sp>
      <p:sp>
        <p:nvSpPr>
          <p:cNvPr id="18" name="Rectangle 30"/>
          <p:cNvSpPr/>
          <p:nvPr/>
        </p:nvSpPr>
        <p:spPr>
          <a:xfrm flipH="1">
            <a:off x="7615388" y="4468960"/>
            <a:ext cx="3479121" cy="457200"/>
          </a:xfrm>
          <a:prstGeom prst="rect">
            <a:avLst/>
          </a:prstGeom>
          <a:solidFill>
            <a:srgbClr val="4F80BD"/>
          </a:solidFill>
        </p:spPr>
        <p:txBody>
          <a:bodyPr wrap="square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vi-VN" b="1" dirty="0" err="1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Kết</a:t>
            </a:r>
            <a:r>
              <a:rPr lang="en-US" altLang="vi-VN" b="1" dirty="0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 </a:t>
            </a:r>
            <a:r>
              <a:rPr lang="en-US" altLang="vi-VN" b="1" dirty="0" err="1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quả</a:t>
            </a:r>
            <a:r>
              <a:rPr lang="en-US" altLang="vi-VN" b="1" dirty="0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 </a:t>
            </a:r>
            <a:r>
              <a:rPr lang="en-US" altLang="vi-VN" b="1" dirty="0" err="1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thực</a:t>
            </a:r>
            <a:r>
              <a:rPr lang="en-US" altLang="vi-VN" b="1" dirty="0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 </a:t>
            </a:r>
            <a:r>
              <a:rPr lang="en-US" altLang="vi-VN" b="1" dirty="0" err="1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hiện</a:t>
            </a:r>
            <a:endParaRPr lang="vi-VN" altLang="vi-VN" b="1" dirty="0">
              <a:solidFill>
                <a:schemeClr val="bg1"/>
              </a:solidFill>
              <a:latin typeface="Noto Sans"/>
              <a:ea typeface="Noto Sans"/>
              <a:cs typeface="Open Sans" panose="020B0606030504020204" pitchFamily="34" charset="0"/>
            </a:endParaRPr>
          </a:p>
        </p:txBody>
      </p:sp>
      <p:sp>
        <p:nvSpPr>
          <p:cNvPr id="6" name="Freeform 6"/>
          <p:cNvSpPr>
            <a:spLocks noEditPoints="1"/>
          </p:cNvSpPr>
          <p:nvPr/>
        </p:nvSpPr>
        <p:spPr bwMode="auto">
          <a:xfrm>
            <a:off x="1196539" y="717651"/>
            <a:ext cx="1576705" cy="1099185"/>
          </a:xfrm>
          <a:custGeom>
            <a:avLst/>
            <a:gdLst>
              <a:gd name="T0" fmla="*/ 725 w 1364"/>
              <a:gd name="T1" fmla="*/ 847 h 1123"/>
              <a:gd name="T2" fmla="*/ 51 w 1364"/>
              <a:gd name="T3" fmla="*/ 757 h 1123"/>
              <a:gd name="T4" fmla="*/ 1159 w 1364"/>
              <a:gd name="T5" fmla="*/ 786 h 1123"/>
              <a:gd name="T6" fmla="*/ 1143 w 1364"/>
              <a:gd name="T7" fmla="*/ 765 h 1123"/>
              <a:gd name="T8" fmla="*/ 720 w 1364"/>
              <a:gd name="T9" fmla="*/ 805 h 1123"/>
              <a:gd name="T10" fmla="*/ 57 w 1364"/>
              <a:gd name="T11" fmla="*/ 484 h 1123"/>
              <a:gd name="T12" fmla="*/ 733 w 1364"/>
              <a:gd name="T13" fmla="*/ 828 h 1123"/>
              <a:gd name="T14" fmla="*/ 1158 w 1364"/>
              <a:gd name="T15" fmla="*/ 621 h 1123"/>
              <a:gd name="T16" fmla="*/ 720 w 1364"/>
              <a:gd name="T17" fmla="*/ 805 h 1123"/>
              <a:gd name="T18" fmla="*/ 1001 w 1364"/>
              <a:gd name="T19" fmla="*/ 579 h 1123"/>
              <a:gd name="T20" fmla="*/ 990 w 1364"/>
              <a:gd name="T21" fmla="*/ 441 h 1123"/>
              <a:gd name="T22" fmla="*/ 284 w 1364"/>
              <a:gd name="T23" fmla="*/ 432 h 1123"/>
              <a:gd name="T24" fmla="*/ 71 w 1364"/>
              <a:gd name="T25" fmla="*/ 478 h 1123"/>
              <a:gd name="T26" fmla="*/ 720 w 1364"/>
              <a:gd name="T27" fmla="*/ 1101 h 1123"/>
              <a:gd name="T28" fmla="*/ 57 w 1364"/>
              <a:gd name="T29" fmla="*/ 780 h 1123"/>
              <a:gd name="T30" fmla="*/ 733 w 1364"/>
              <a:gd name="T31" fmla="*/ 1123 h 1123"/>
              <a:gd name="T32" fmla="*/ 1158 w 1364"/>
              <a:gd name="T33" fmla="*/ 917 h 1123"/>
              <a:gd name="T34" fmla="*/ 720 w 1364"/>
              <a:gd name="T35" fmla="*/ 1101 h 1123"/>
              <a:gd name="T36" fmla="*/ 1067 w 1364"/>
              <a:gd name="T37" fmla="*/ 344 h 1123"/>
              <a:gd name="T38" fmla="*/ 1056 w 1364"/>
              <a:gd name="T39" fmla="*/ 368 h 1123"/>
              <a:gd name="T40" fmla="*/ 1063 w 1364"/>
              <a:gd name="T41" fmla="*/ 404 h 1123"/>
              <a:gd name="T42" fmla="*/ 1035 w 1364"/>
              <a:gd name="T43" fmla="*/ 562 h 1123"/>
              <a:gd name="T44" fmla="*/ 1115 w 1364"/>
              <a:gd name="T45" fmla="*/ 422 h 1123"/>
              <a:gd name="T46" fmla="*/ 1106 w 1364"/>
              <a:gd name="T47" fmla="*/ 389 h 1123"/>
              <a:gd name="T48" fmla="*/ 1114 w 1364"/>
              <a:gd name="T49" fmla="*/ 352 h 1123"/>
              <a:gd name="T50" fmla="*/ 1104 w 1364"/>
              <a:gd name="T51" fmla="*/ 226 h 1123"/>
              <a:gd name="T52" fmla="*/ 1356 w 1364"/>
              <a:gd name="T53" fmla="*/ 174 h 1123"/>
              <a:gd name="T54" fmla="*/ 773 w 1364"/>
              <a:gd name="T55" fmla="*/ 4 h 1123"/>
              <a:gd name="T56" fmla="*/ 413 w 1364"/>
              <a:gd name="T57" fmla="*/ 28 h 1123"/>
              <a:gd name="T58" fmla="*/ 11 w 1364"/>
              <a:gd name="T59" fmla="*/ 76 h 1123"/>
              <a:gd name="T60" fmla="*/ 480 w 1364"/>
              <a:gd name="T61" fmla="*/ 323 h 1123"/>
              <a:gd name="T62" fmla="*/ 1039 w 1364"/>
              <a:gd name="T63" fmla="*/ 238 h 1123"/>
              <a:gd name="T64" fmla="*/ 628 w 1364"/>
              <a:gd name="T65" fmla="*/ 161 h 1123"/>
              <a:gd name="T66" fmla="*/ 1054 w 1364"/>
              <a:gd name="T67" fmla="*/ 204 h 1123"/>
              <a:gd name="T68" fmla="*/ 961 w 1364"/>
              <a:gd name="T69" fmla="*/ 281 h 1123"/>
              <a:gd name="T70" fmla="*/ 315 w 1364"/>
              <a:gd name="T71" fmla="*/ 432 h 1123"/>
              <a:gd name="T72" fmla="*/ 466 w 1364"/>
              <a:gd name="T73" fmla="*/ 350 h 1123"/>
              <a:gd name="T74" fmla="*/ 961 w 1364"/>
              <a:gd name="T75" fmla="*/ 281 h 1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364" h="1123">
                <a:moveTo>
                  <a:pt x="717" y="953"/>
                </a:moveTo>
                <a:cubicBezTo>
                  <a:pt x="707" y="917"/>
                  <a:pt x="707" y="881"/>
                  <a:pt x="725" y="847"/>
                </a:cubicBezTo>
                <a:lnTo>
                  <a:pt x="54" y="632"/>
                </a:lnTo>
                <a:cubicBezTo>
                  <a:pt x="28" y="665"/>
                  <a:pt x="21" y="710"/>
                  <a:pt x="51" y="757"/>
                </a:cubicBezTo>
                <a:lnTo>
                  <a:pt x="730" y="975"/>
                </a:lnTo>
                <a:lnTo>
                  <a:pt x="1159" y="786"/>
                </a:lnTo>
                <a:cubicBezTo>
                  <a:pt x="1170" y="781"/>
                  <a:pt x="1169" y="773"/>
                  <a:pt x="1155" y="768"/>
                </a:cubicBezTo>
                <a:lnTo>
                  <a:pt x="1143" y="765"/>
                </a:lnTo>
                <a:lnTo>
                  <a:pt x="717" y="953"/>
                </a:lnTo>
                <a:close/>
                <a:moveTo>
                  <a:pt x="720" y="805"/>
                </a:moveTo>
                <a:cubicBezTo>
                  <a:pt x="710" y="770"/>
                  <a:pt x="710" y="734"/>
                  <a:pt x="729" y="700"/>
                </a:cubicBezTo>
                <a:lnTo>
                  <a:pt x="57" y="484"/>
                </a:lnTo>
                <a:cubicBezTo>
                  <a:pt x="31" y="518"/>
                  <a:pt x="24" y="563"/>
                  <a:pt x="55" y="610"/>
                </a:cubicBezTo>
                <a:lnTo>
                  <a:pt x="733" y="828"/>
                </a:lnTo>
                <a:lnTo>
                  <a:pt x="1162" y="639"/>
                </a:lnTo>
                <a:cubicBezTo>
                  <a:pt x="1174" y="633"/>
                  <a:pt x="1172" y="626"/>
                  <a:pt x="1158" y="621"/>
                </a:cubicBezTo>
                <a:lnTo>
                  <a:pt x="1146" y="617"/>
                </a:lnTo>
                <a:lnTo>
                  <a:pt x="720" y="805"/>
                </a:lnTo>
                <a:close/>
                <a:moveTo>
                  <a:pt x="742" y="694"/>
                </a:moveTo>
                <a:lnTo>
                  <a:pt x="1001" y="579"/>
                </a:lnTo>
                <a:lnTo>
                  <a:pt x="1021" y="451"/>
                </a:lnTo>
                <a:lnTo>
                  <a:pt x="990" y="441"/>
                </a:lnTo>
                <a:cubicBezTo>
                  <a:pt x="976" y="548"/>
                  <a:pt x="711" y="556"/>
                  <a:pt x="638" y="556"/>
                </a:cubicBezTo>
                <a:cubicBezTo>
                  <a:pt x="562" y="556"/>
                  <a:pt x="284" y="548"/>
                  <a:pt x="284" y="432"/>
                </a:cubicBezTo>
                <a:lnTo>
                  <a:pt x="284" y="384"/>
                </a:lnTo>
                <a:lnTo>
                  <a:pt x="71" y="478"/>
                </a:lnTo>
                <a:lnTo>
                  <a:pt x="742" y="694"/>
                </a:lnTo>
                <a:close/>
                <a:moveTo>
                  <a:pt x="720" y="1101"/>
                </a:moveTo>
                <a:cubicBezTo>
                  <a:pt x="710" y="1066"/>
                  <a:pt x="710" y="1030"/>
                  <a:pt x="728" y="995"/>
                </a:cubicBezTo>
                <a:lnTo>
                  <a:pt x="57" y="780"/>
                </a:lnTo>
                <a:cubicBezTo>
                  <a:pt x="31" y="814"/>
                  <a:pt x="24" y="858"/>
                  <a:pt x="54" y="906"/>
                </a:cubicBezTo>
                <a:lnTo>
                  <a:pt x="733" y="1123"/>
                </a:lnTo>
                <a:lnTo>
                  <a:pt x="1162" y="934"/>
                </a:lnTo>
                <a:cubicBezTo>
                  <a:pt x="1173" y="929"/>
                  <a:pt x="1171" y="921"/>
                  <a:pt x="1158" y="917"/>
                </a:cubicBezTo>
                <a:lnTo>
                  <a:pt x="1146" y="913"/>
                </a:lnTo>
                <a:lnTo>
                  <a:pt x="720" y="1101"/>
                </a:lnTo>
                <a:close/>
                <a:moveTo>
                  <a:pt x="1067" y="219"/>
                </a:moveTo>
                <a:lnTo>
                  <a:pt x="1067" y="344"/>
                </a:lnTo>
                <a:cubicBezTo>
                  <a:pt x="1062" y="345"/>
                  <a:pt x="1058" y="348"/>
                  <a:pt x="1058" y="352"/>
                </a:cubicBezTo>
                <a:lnTo>
                  <a:pt x="1056" y="368"/>
                </a:lnTo>
                <a:cubicBezTo>
                  <a:pt x="1056" y="378"/>
                  <a:pt x="1065" y="382"/>
                  <a:pt x="1064" y="389"/>
                </a:cubicBezTo>
                <a:lnTo>
                  <a:pt x="1063" y="404"/>
                </a:lnTo>
                <a:cubicBezTo>
                  <a:pt x="1063" y="410"/>
                  <a:pt x="1057" y="415"/>
                  <a:pt x="1056" y="422"/>
                </a:cubicBezTo>
                <a:lnTo>
                  <a:pt x="1035" y="562"/>
                </a:lnTo>
                <a:cubicBezTo>
                  <a:pt x="1043" y="579"/>
                  <a:pt x="1127" y="579"/>
                  <a:pt x="1136" y="562"/>
                </a:cubicBezTo>
                <a:lnTo>
                  <a:pt x="1115" y="422"/>
                </a:lnTo>
                <a:cubicBezTo>
                  <a:pt x="1114" y="415"/>
                  <a:pt x="1108" y="410"/>
                  <a:pt x="1107" y="404"/>
                </a:cubicBezTo>
                <a:lnTo>
                  <a:pt x="1106" y="389"/>
                </a:lnTo>
                <a:cubicBezTo>
                  <a:pt x="1106" y="381"/>
                  <a:pt x="1115" y="379"/>
                  <a:pt x="1115" y="369"/>
                </a:cubicBezTo>
                <a:lnTo>
                  <a:pt x="1114" y="352"/>
                </a:lnTo>
                <a:cubicBezTo>
                  <a:pt x="1113" y="347"/>
                  <a:pt x="1109" y="344"/>
                  <a:pt x="1104" y="344"/>
                </a:cubicBezTo>
                <a:cubicBezTo>
                  <a:pt x="1104" y="218"/>
                  <a:pt x="1104" y="362"/>
                  <a:pt x="1104" y="226"/>
                </a:cubicBezTo>
                <a:lnTo>
                  <a:pt x="1356" y="183"/>
                </a:lnTo>
                <a:cubicBezTo>
                  <a:pt x="1362" y="182"/>
                  <a:pt x="1364" y="177"/>
                  <a:pt x="1356" y="174"/>
                </a:cubicBezTo>
                <a:cubicBezTo>
                  <a:pt x="1235" y="139"/>
                  <a:pt x="1125" y="107"/>
                  <a:pt x="1024" y="77"/>
                </a:cubicBezTo>
                <a:cubicBezTo>
                  <a:pt x="934" y="51"/>
                  <a:pt x="850" y="26"/>
                  <a:pt x="773" y="4"/>
                </a:cubicBezTo>
                <a:cubicBezTo>
                  <a:pt x="759" y="0"/>
                  <a:pt x="750" y="0"/>
                  <a:pt x="736" y="1"/>
                </a:cubicBezTo>
                <a:cubicBezTo>
                  <a:pt x="635" y="9"/>
                  <a:pt x="527" y="18"/>
                  <a:pt x="413" y="28"/>
                </a:cubicBezTo>
                <a:cubicBezTo>
                  <a:pt x="289" y="39"/>
                  <a:pt x="155" y="50"/>
                  <a:pt x="12" y="62"/>
                </a:cubicBezTo>
                <a:cubicBezTo>
                  <a:pt x="0" y="64"/>
                  <a:pt x="3" y="73"/>
                  <a:pt x="11" y="76"/>
                </a:cubicBezTo>
                <a:cubicBezTo>
                  <a:pt x="68" y="106"/>
                  <a:pt x="130" y="139"/>
                  <a:pt x="198" y="175"/>
                </a:cubicBezTo>
                <a:cubicBezTo>
                  <a:pt x="281" y="219"/>
                  <a:pt x="374" y="268"/>
                  <a:pt x="480" y="323"/>
                </a:cubicBezTo>
                <a:cubicBezTo>
                  <a:pt x="489" y="328"/>
                  <a:pt x="508" y="330"/>
                  <a:pt x="523" y="327"/>
                </a:cubicBezTo>
                <a:cubicBezTo>
                  <a:pt x="695" y="298"/>
                  <a:pt x="867" y="268"/>
                  <a:pt x="1039" y="238"/>
                </a:cubicBezTo>
                <a:cubicBezTo>
                  <a:pt x="1038" y="232"/>
                  <a:pt x="1036" y="229"/>
                  <a:pt x="1029" y="227"/>
                </a:cubicBezTo>
                <a:lnTo>
                  <a:pt x="628" y="161"/>
                </a:lnTo>
                <a:cubicBezTo>
                  <a:pt x="593" y="156"/>
                  <a:pt x="599" y="131"/>
                  <a:pt x="619" y="134"/>
                </a:cubicBezTo>
                <a:lnTo>
                  <a:pt x="1054" y="204"/>
                </a:lnTo>
                <a:cubicBezTo>
                  <a:pt x="1062" y="206"/>
                  <a:pt x="1066" y="211"/>
                  <a:pt x="1067" y="219"/>
                </a:cubicBezTo>
                <a:close/>
                <a:moveTo>
                  <a:pt x="961" y="281"/>
                </a:moveTo>
                <a:lnTo>
                  <a:pt x="961" y="432"/>
                </a:lnTo>
                <a:cubicBezTo>
                  <a:pt x="961" y="557"/>
                  <a:pt x="315" y="557"/>
                  <a:pt x="315" y="432"/>
                </a:cubicBezTo>
                <a:lnTo>
                  <a:pt x="315" y="270"/>
                </a:lnTo>
                <a:cubicBezTo>
                  <a:pt x="365" y="296"/>
                  <a:pt x="415" y="323"/>
                  <a:pt x="466" y="350"/>
                </a:cubicBezTo>
                <a:cubicBezTo>
                  <a:pt x="483" y="359"/>
                  <a:pt x="509" y="360"/>
                  <a:pt x="528" y="357"/>
                </a:cubicBezTo>
                <a:cubicBezTo>
                  <a:pt x="672" y="331"/>
                  <a:pt x="816" y="306"/>
                  <a:pt x="961" y="281"/>
                </a:cubicBezTo>
                <a:close/>
              </a:path>
            </a:pathLst>
          </a:custGeom>
          <a:solidFill>
            <a:srgbClr val="FEFEF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椭圆 14">
            <a:extLst>
              <a:ext uri="{FF2B5EF4-FFF2-40B4-BE49-F238E27FC236}">
                <a16:creationId xmlns:a16="http://schemas.microsoft.com/office/drawing/2014/main" id="{3A6DEE21-A06E-7C09-9CCC-0CFF333D05A0}"/>
              </a:ext>
            </a:extLst>
          </p:cNvPr>
          <p:cNvSpPr/>
          <p:nvPr/>
        </p:nvSpPr>
        <p:spPr>
          <a:xfrm>
            <a:off x="6964389" y="5524209"/>
            <a:ext cx="134205" cy="134205"/>
          </a:xfrm>
          <a:prstGeom prst="ellipse">
            <a:avLst/>
          </a:prstGeom>
          <a:solidFill>
            <a:srgbClr val="4F80BD"/>
          </a:solidFill>
          <a:ln>
            <a:solidFill>
              <a:srgbClr val="4F80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40"/>
          </a:p>
        </p:txBody>
      </p:sp>
      <p:sp>
        <p:nvSpPr>
          <p:cNvPr id="19" name="Rectangle 30">
            <a:extLst>
              <a:ext uri="{FF2B5EF4-FFF2-40B4-BE49-F238E27FC236}">
                <a16:creationId xmlns:a16="http://schemas.microsoft.com/office/drawing/2014/main" id="{D86663B9-ADD4-71A5-BDA3-1E2AE62FB506}"/>
              </a:ext>
            </a:extLst>
          </p:cNvPr>
          <p:cNvSpPr/>
          <p:nvPr/>
        </p:nvSpPr>
        <p:spPr>
          <a:xfrm flipH="1">
            <a:off x="7615387" y="5339097"/>
            <a:ext cx="3479121" cy="457200"/>
          </a:xfrm>
          <a:prstGeom prst="rect">
            <a:avLst/>
          </a:prstGeom>
          <a:solidFill>
            <a:srgbClr val="4F80BD"/>
          </a:solidFill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vi-VN" b="1" dirty="0" err="1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Kết</a:t>
            </a:r>
            <a:r>
              <a:rPr lang="en-US" altLang="vi-VN" b="1" dirty="0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 </a:t>
            </a:r>
            <a:r>
              <a:rPr lang="en-US" altLang="vi-VN" b="1" dirty="0" err="1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luận</a:t>
            </a:r>
            <a:r>
              <a:rPr lang="en-US" altLang="vi-VN" b="1" dirty="0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 &amp; </a:t>
            </a:r>
            <a:r>
              <a:rPr lang="en-US" altLang="vi-VN" b="1" dirty="0" err="1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hướng</a:t>
            </a:r>
            <a:r>
              <a:rPr lang="en-US" altLang="vi-VN" b="1" dirty="0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 </a:t>
            </a:r>
            <a:r>
              <a:rPr lang="en-US" altLang="vi-VN" b="1" dirty="0" err="1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phát</a:t>
            </a:r>
            <a:r>
              <a:rPr lang="en-US" altLang="vi-VN" b="1" dirty="0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 </a:t>
            </a:r>
            <a:r>
              <a:rPr lang="en-US" altLang="vi-VN" b="1" dirty="0" err="1">
                <a:solidFill>
                  <a:schemeClr val="bg1"/>
                </a:solidFill>
                <a:latin typeface="Noto Sans"/>
                <a:ea typeface="Noto Sans"/>
                <a:cs typeface="Open Sans" panose="020B0606030504020204" pitchFamily="34" charset="0"/>
              </a:rPr>
              <a:t>triển</a:t>
            </a:r>
            <a:endParaRPr lang="vi-VN" altLang="vi-VN" b="1" dirty="0">
              <a:solidFill>
                <a:schemeClr val="bg1"/>
              </a:solidFill>
              <a:latin typeface="Noto Sans"/>
              <a:ea typeface="Noto Sans"/>
              <a:cs typeface="Open Sans" panose="020B0606030504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9784" y="2517413"/>
            <a:ext cx="487680" cy="1956547"/>
          </a:xfrm>
          <a:prstGeom prst="rect">
            <a:avLst/>
          </a:prstGeom>
          <a:noFill/>
        </p:spPr>
        <p:txBody>
          <a:bodyPr vert="vert" wrap="square" rtlCol="0">
            <a:normAutofit/>
          </a:bodyPr>
          <a:lstStyle/>
          <a:p>
            <a:pPr algn="dist"/>
            <a:r>
              <a:rPr lang="vi-VN" altLang="vi-VN" sz="2000" b="1">
                <a:latin typeface="Noto Sans"/>
                <a:ea typeface="Noto Sans"/>
              </a:rPr>
              <a:t>VIỆC KINH</a:t>
            </a:r>
            <a:endParaRPr lang="zh-CN" altLang="en-US" sz="2000" b="1"/>
          </a:p>
        </p:txBody>
      </p:sp>
      <p:sp>
        <p:nvSpPr>
          <p:cNvPr id="7" name="文本框 6"/>
          <p:cNvSpPr txBox="1"/>
          <p:nvPr/>
        </p:nvSpPr>
        <p:spPr>
          <a:xfrm>
            <a:off x="1472452" y="1976716"/>
            <a:ext cx="4342939" cy="8077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vi-VN" altLang="vi-VN" sz="4700" b="1" dirty="0">
                <a:solidFill>
                  <a:srgbClr val="4F81BD"/>
                </a:solidFill>
                <a:latin typeface="Noto Sans"/>
                <a:ea typeface="Noto Sans"/>
              </a:rPr>
              <a:t>PHẦN MỘT</a:t>
            </a:r>
            <a:endParaRPr lang="zh-CN" altLang="en-US" sz="4800" b="1" dirty="0">
              <a:solidFill>
                <a:srgbClr val="4F81BD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72452" y="2899433"/>
            <a:ext cx="5170396" cy="82296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vi-VN" sz="4800" b="1" dirty="0" err="1">
                <a:solidFill>
                  <a:schemeClr val="bg1"/>
                </a:solidFill>
                <a:latin typeface="Noto Sans"/>
                <a:ea typeface="Noto Sans"/>
              </a:rPr>
              <a:t>Giới</a:t>
            </a:r>
            <a:r>
              <a:rPr lang="en-US" altLang="vi-VN" sz="4800" b="1" dirty="0">
                <a:solidFill>
                  <a:schemeClr val="bg1"/>
                </a:solidFill>
                <a:latin typeface="Noto Sans"/>
                <a:ea typeface="Noto Sans"/>
              </a:rPr>
              <a:t> </a:t>
            </a:r>
            <a:r>
              <a:rPr lang="en-US" altLang="vi-VN" sz="4800" b="1" dirty="0" err="1">
                <a:solidFill>
                  <a:schemeClr val="bg1"/>
                </a:solidFill>
                <a:latin typeface="Noto Sans"/>
                <a:ea typeface="Noto Sans"/>
              </a:rPr>
              <a:t>thiệu</a:t>
            </a:r>
            <a:r>
              <a:rPr lang="en-US" altLang="vi-VN" sz="4800" b="1" dirty="0">
                <a:solidFill>
                  <a:schemeClr val="bg1"/>
                </a:solidFill>
                <a:latin typeface="Noto Sans"/>
                <a:ea typeface="Noto Sans"/>
              </a:rPr>
              <a:t> </a:t>
            </a:r>
            <a:r>
              <a:rPr lang="en-US" altLang="vi-VN" sz="4800" b="1" dirty="0" err="1">
                <a:solidFill>
                  <a:schemeClr val="bg1"/>
                </a:solidFill>
                <a:latin typeface="Noto Sans"/>
                <a:ea typeface="Noto Sans"/>
              </a:rPr>
              <a:t>đề</a:t>
            </a:r>
            <a:r>
              <a:rPr lang="en-US" altLang="vi-VN" sz="4800" b="1" dirty="0">
                <a:solidFill>
                  <a:schemeClr val="bg1"/>
                </a:solidFill>
                <a:latin typeface="Noto Sans"/>
                <a:ea typeface="Noto Sans"/>
              </a:rPr>
              <a:t> </a:t>
            </a:r>
            <a:r>
              <a:rPr lang="en-US" altLang="vi-VN" sz="4800" b="1" dirty="0" err="1">
                <a:solidFill>
                  <a:schemeClr val="bg1"/>
                </a:solidFill>
                <a:latin typeface="Noto Sans"/>
                <a:ea typeface="Noto Sans"/>
              </a:rPr>
              <a:t>tài</a:t>
            </a:r>
            <a:endParaRPr lang="vi-VN" altLang="vi-VN" sz="4800" b="1" dirty="0">
              <a:solidFill>
                <a:schemeClr val="bg1"/>
              </a:solidFill>
              <a:latin typeface="Noto Sans"/>
              <a:ea typeface="Noto San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72451" y="3853969"/>
            <a:ext cx="6010899" cy="40378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>
              <a:lnSpc>
                <a:spcPct val="160000"/>
              </a:lnSpc>
              <a:defRPr/>
            </a:pP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Giới</a:t>
            </a:r>
            <a:r>
              <a:rPr lang="en-US" altLang="vi-VN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thiệu</a:t>
            </a:r>
            <a:r>
              <a:rPr lang="en-US" altLang="vi-VN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khái</a:t>
            </a:r>
            <a:r>
              <a:rPr lang="en-US" altLang="vi-VN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quát</a:t>
            </a:r>
            <a:r>
              <a:rPr lang="en-US" altLang="vi-VN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về</a:t>
            </a:r>
            <a:r>
              <a:rPr lang="en-US" altLang="vi-VN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đề</a:t>
            </a:r>
            <a:r>
              <a:rPr lang="en-US" altLang="vi-VN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tài</a:t>
            </a:r>
            <a:r>
              <a:rPr lang="en-US" altLang="vi-VN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lựa</a:t>
            </a:r>
            <a:r>
              <a:rPr lang="en-US" altLang="vi-VN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chọn</a:t>
            </a:r>
            <a:endParaRPr kumimoji="0" lang="vi-VN" altLang="vi-VN" sz="1400" b="0" i="0" u="none" strike="noStrike" cap="none" spc="0" normalizeH="0" baseline="0" dirty="0">
              <a:solidFill>
                <a:schemeClr val="bg1">
                  <a:lumMod val="75000"/>
                  <a:lumOff val="25000"/>
                </a:schemeClr>
              </a:solidFill>
              <a:latin typeface="Noto Sans"/>
              <a:ea typeface="Noto Sans"/>
              <a:sym typeface="Century Gothic" panose="020B0502020202020204" pitchFamily="34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667436" y="3853969"/>
            <a:ext cx="914400" cy="0"/>
          </a:xfrm>
          <a:prstGeom prst="line">
            <a:avLst/>
          </a:prstGeom>
          <a:ln w="41275">
            <a:solidFill>
              <a:srgbClr val="4F81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12"/>
          <p:cNvSpPr/>
          <p:nvPr/>
        </p:nvSpPr>
        <p:spPr>
          <a:xfrm rot="19800000">
            <a:off x="11079596" y="2146838"/>
            <a:ext cx="986856" cy="766613"/>
          </a:xfrm>
          <a:custGeom>
            <a:avLst/>
            <a:gdLst>
              <a:gd name="connsiteX0" fmla="*/ 0 w 986856"/>
              <a:gd name="connsiteY0" fmla="*/ 721831 h 721831"/>
              <a:gd name="connsiteX1" fmla="*/ 493428 w 986856"/>
              <a:gd name="connsiteY1" fmla="*/ 0 h 721831"/>
              <a:gd name="connsiteX2" fmla="*/ 986856 w 986856"/>
              <a:gd name="connsiteY2" fmla="*/ 721831 h 721831"/>
              <a:gd name="connsiteX3" fmla="*/ 0 w 986856"/>
              <a:gd name="connsiteY3" fmla="*/ 721831 h 721831"/>
              <a:gd name="connsiteX0-1" fmla="*/ 0 w 986856"/>
              <a:gd name="connsiteY0-2" fmla="*/ 766613 h 766613"/>
              <a:gd name="connsiteX1-3" fmla="*/ 550336 w 986856"/>
              <a:gd name="connsiteY1-4" fmla="*/ 0 h 766613"/>
              <a:gd name="connsiteX2-5" fmla="*/ 986856 w 986856"/>
              <a:gd name="connsiteY2-6" fmla="*/ 766613 h 766613"/>
              <a:gd name="connsiteX3-7" fmla="*/ 0 w 986856"/>
              <a:gd name="connsiteY3-8" fmla="*/ 766613 h 76661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86856" h="766613">
                <a:moveTo>
                  <a:pt x="0" y="766613"/>
                </a:moveTo>
                <a:lnTo>
                  <a:pt x="550336" y="0"/>
                </a:lnTo>
                <a:lnTo>
                  <a:pt x="986856" y="766613"/>
                </a:lnTo>
                <a:lnTo>
                  <a:pt x="0" y="766613"/>
                </a:lnTo>
                <a:close/>
              </a:path>
            </a:pathLst>
          </a:custGeom>
          <a:solidFill>
            <a:srgbClr val="4F81B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等腰三角形 21"/>
          <p:cNvSpPr/>
          <p:nvPr/>
        </p:nvSpPr>
        <p:spPr>
          <a:xfrm rot="16200000">
            <a:off x="10320263" y="2763636"/>
            <a:ext cx="2010385" cy="1733090"/>
          </a:xfrm>
          <a:prstGeom prst="triangle">
            <a:avLst/>
          </a:prstGeom>
          <a:solidFill>
            <a:srgbClr val="0070C0"/>
          </a:solidFill>
          <a:ln>
            <a:noFill/>
          </a:ln>
          <a:effectLst>
            <a:outerShdw blurRad="50800" dist="38100" dir="8100000" sx="104000" sy="104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等腰三角形 22"/>
          <p:cNvSpPr/>
          <p:nvPr/>
        </p:nvSpPr>
        <p:spPr>
          <a:xfrm rot="8681015">
            <a:off x="10487418" y="3494999"/>
            <a:ext cx="510208" cy="439834"/>
          </a:xfrm>
          <a:prstGeom prst="triangle">
            <a:avLst/>
          </a:prstGeom>
          <a:solidFill>
            <a:srgbClr val="1B30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等腰三角形 23"/>
          <p:cNvSpPr/>
          <p:nvPr/>
        </p:nvSpPr>
        <p:spPr>
          <a:xfrm rot="16200000">
            <a:off x="10462329" y="1382549"/>
            <a:ext cx="510208" cy="439834"/>
          </a:xfrm>
          <a:prstGeom prst="triangle">
            <a:avLst/>
          </a:prstGeom>
          <a:solidFill>
            <a:srgbClr val="1B30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等腰三角形 24"/>
          <p:cNvSpPr/>
          <p:nvPr/>
        </p:nvSpPr>
        <p:spPr>
          <a:xfrm rot="5400000">
            <a:off x="11046828" y="1431399"/>
            <a:ext cx="405691" cy="349733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 rot="18903724">
            <a:off x="7313463" y="4604134"/>
            <a:ext cx="4185063" cy="47596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 rot="18903724">
            <a:off x="-1883873" y="-1202524"/>
            <a:ext cx="4185063" cy="252465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6"/>
          <p:cNvSpPr>
            <a:spLocks noEditPoints="1"/>
          </p:cNvSpPr>
          <p:nvPr/>
        </p:nvSpPr>
        <p:spPr bwMode="auto">
          <a:xfrm>
            <a:off x="4948555" y="1809115"/>
            <a:ext cx="1124585" cy="919480"/>
          </a:xfrm>
          <a:custGeom>
            <a:avLst/>
            <a:gdLst>
              <a:gd name="T0" fmla="*/ 725 w 1364"/>
              <a:gd name="T1" fmla="*/ 847 h 1123"/>
              <a:gd name="T2" fmla="*/ 51 w 1364"/>
              <a:gd name="T3" fmla="*/ 757 h 1123"/>
              <a:gd name="T4" fmla="*/ 1159 w 1364"/>
              <a:gd name="T5" fmla="*/ 786 h 1123"/>
              <a:gd name="T6" fmla="*/ 1143 w 1364"/>
              <a:gd name="T7" fmla="*/ 765 h 1123"/>
              <a:gd name="T8" fmla="*/ 720 w 1364"/>
              <a:gd name="T9" fmla="*/ 805 h 1123"/>
              <a:gd name="T10" fmla="*/ 57 w 1364"/>
              <a:gd name="T11" fmla="*/ 484 h 1123"/>
              <a:gd name="T12" fmla="*/ 733 w 1364"/>
              <a:gd name="T13" fmla="*/ 828 h 1123"/>
              <a:gd name="T14" fmla="*/ 1158 w 1364"/>
              <a:gd name="T15" fmla="*/ 621 h 1123"/>
              <a:gd name="T16" fmla="*/ 720 w 1364"/>
              <a:gd name="T17" fmla="*/ 805 h 1123"/>
              <a:gd name="T18" fmla="*/ 1001 w 1364"/>
              <a:gd name="T19" fmla="*/ 579 h 1123"/>
              <a:gd name="T20" fmla="*/ 990 w 1364"/>
              <a:gd name="T21" fmla="*/ 441 h 1123"/>
              <a:gd name="T22" fmla="*/ 284 w 1364"/>
              <a:gd name="T23" fmla="*/ 432 h 1123"/>
              <a:gd name="T24" fmla="*/ 71 w 1364"/>
              <a:gd name="T25" fmla="*/ 478 h 1123"/>
              <a:gd name="T26" fmla="*/ 720 w 1364"/>
              <a:gd name="T27" fmla="*/ 1101 h 1123"/>
              <a:gd name="T28" fmla="*/ 57 w 1364"/>
              <a:gd name="T29" fmla="*/ 780 h 1123"/>
              <a:gd name="T30" fmla="*/ 733 w 1364"/>
              <a:gd name="T31" fmla="*/ 1123 h 1123"/>
              <a:gd name="T32" fmla="*/ 1158 w 1364"/>
              <a:gd name="T33" fmla="*/ 917 h 1123"/>
              <a:gd name="T34" fmla="*/ 720 w 1364"/>
              <a:gd name="T35" fmla="*/ 1101 h 1123"/>
              <a:gd name="T36" fmla="*/ 1067 w 1364"/>
              <a:gd name="T37" fmla="*/ 344 h 1123"/>
              <a:gd name="T38" fmla="*/ 1056 w 1364"/>
              <a:gd name="T39" fmla="*/ 368 h 1123"/>
              <a:gd name="T40" fmla="*/ 1063 w 1364"/>
              <a:gd name="T41" fmla="*/ 404 h 1123"/>
              <a:gd name="T42" fmla="*/ 1035 w 1364"/>
              <a:gd name="T43" fmla="*/ 562 h 1123"/>
              <a:gd name="T44" fmla="*/ 1115 w 1364"/>
              <a:gd name="T45" fmla="*/ 422 h 1123"/>
              <a:gd name="T46" fmla="*/ 1106 w 1364"/>
              <a:gd name="T47" fmla="*/ 389 h 1123"/>
              <a:gd name="T48" fmla="*/ 1114 w 1364"/>
              <a:gd name="T49" fmla="*/ 352 h 1123"/>
              <a:gd name="T50" fmla="*/ 1104 w 1364"/>
              <a:gd name="T51" fmla="*/ 226 h 1123"/>
              <a:gd name="T52" fmla="*/ 1356 w 1364"/>
              <a:gd name="T53" fmla="*/ 174 h 1123"/>
              <a:gd name="T54" fmla="*/ 773 w 1364"/>
              <a:gd name="T55" fmla="*/ 4 h 1123"/>
              <a:gd name="T56" fmla="*/ 413 w 1364"/>
              <a:gd name="T57" fmla="*/ 28 h 1123"/>
              <a:gd name="T58" fmla="*/ 11 w 1364"/>
              <a:gd name="T59" fmla="*/ 76 h 1123"/>
              <a:gd name="T60" fmla="*/ 480 w 1364"/>
              <a:gd name="T61" fmla="*/ 323 h 1123"/>
              <a:gd name="T62" fmla="*/ 1039 w 1364"/>
              <a:gd name="T63" fmla="*/ 238 h 1123"/>
              <a:gd name="T64" fmla="*/ 628 w 1364"/>
              <a:gd name="T65" fmla="*/ 161 h 1123"/>
              <a:gd name="T66" fmla="*/ 1054 w 1364"/>
              <a:gd name="T67" fmla="*/ 204 h 1123"/>
              <a:gd name="T68" fmla="*/ 961 w 1364"/>
              <a:gd name="T69" fmla="*/ 281 h 1123"/>
              <a:gd name="T70" fmla="*/ 315 w 1364"/>
              <a:gd name="T71" fmla="*/ 432 h 1123"/>
              <a:gd name="T72" fmla="*/ 466 w 1364"/>
              <a:gd name="T73" fmla="*/ 350 h 1123"/>
              <a:gd name="T74" fmla="*/ 961 w 1364"/>
              <a:gd name="T75" fmla="*/ 281 h 1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364" h="1123">
                <a:moveTo>
                  <a:pt x="717" y="953"/>
                </a:moveTo>
                <a:cubicBezTo>
                  <a:pt x="707" y="917"/>
                  <a:pt x="707" y="881"/>
                  <a:pt x="725" y="847"/>
                </a:cubicBezTo>
                <a:lnTo>
                  <a:pt x="54" y="632"/>
                </a:lnTo>
                <a:cubicBezTo>
                  <a:pt x="28" y="665"/>
                  <a:pt x="21" y="710"/>
                  <a:pt x="51" y="757"/>
                </a:cubicBezTo>
                <a:lnTo>
                  <a:pt x="730" y="975"/>
                </a:lnTo>
                <a:lnTo>
                  <a:pt x="1159" y="786"/>
                </a:lnTo>
                <a:cubicBezTo>
                  <a:pt x="1170" y="781"/>
                  <a:pt x="1169" y="773"/>
                  <a:pt x="1155" y="768"/>
                </a:cubicBezTo>
                <a:lnTo>
                  <a:pt x="1143" y="765"/>
                </a:lnTo>
                <a:lnTo>
                  <a:pt x="717" y="953"/>
                </a:lnTo>
                <a:close/>
                <a:moveTo>
                  <a:pt x="720" y="805"/>
                </a:moveTo>
                <a:cubicBezTo>
                  <a:pt x="710" y="770"/>
                  <a:pt x="710" y="734"/>
                  <a:pt x="729" y="700"/>
                </a:cubicBezTo>
                <a:lnTo>
                  <a:pt x="57" y="484"/>
                </a:lnTo>
                <a:cubicBezTo>
                  <a:pt x="31" y="518"/>
                  <a:pt x="24" y="563"/>
                  <a:pt x="55" y="610"/>
                </a:cubicBezTo>
                <a:lnTo>
                  <a:pt x="733" y="828"/>
                </a:lnTo>
                <a:lnTo>
                  <a:pt x="1162" y="639"/>
                </a:lnTo>
                <a:cubicBezTo>
                  <a:pt x="1174" y="633"/>
                  <a:pt x="1172" y="626"/>
                  <a:pt x="1158" y="621"/>
                </a:cubicBezTo>
                <a:lnTo>
                  <a:pt x="1146" y="617"/>
                </a:lnTo>
                <a:lnTo>
                  <a:pt x="720" y="805"/>
                </a:lnTo>
                <a:close/>
                <a:moveTo>
                  <a:pt x="742" y="694"/>
                </a:moveTo>
                <a:lnTo>
                  <a:pt x="1001" y="579"/>
                </a:lnTo>
                <a:lnTo>
                  <a:pt x="1021" y="451"/>
                </a:lnTo>
                <a:lnTo>
                  <a:pt x="990" y="441"/>
                </a:lnTo>
                <a:cubicBezTo>
                  <a:pt x="976" y="548"/>
                  <a:pt x="711" y="556"/>
                  <a:pt x="638" y="556"/>
                </a:cubicBezTo>
                <a:cubicBezTo>
                  <a:pt x="562" y="556"/>
                  <a:pt x="284" y="548"/>
                  <a:pt x="284" y="432"/>
                </a:cubicBezTo>
                <a:lnTo>
                  <a:pt x="284" y="384"/>
                </a:lnTo>
                <a:lnTo>
                  <a:pt x="71" y="478"/>
                </a:lnTo>
                <a:lnTo>
                  <a:pt x="742" y="694"/>
                </a:lnTo>
                <a:close/>
                <a:moveTo>
                  <a:pt x="720" y="1101"/>
                </a:moveTo>
                <a:cubicBezTo>
                  <a:pt x="710" y="1066"/>
                  <a:pt x="710" y="1030"/>
                  <a:pt x="728" y="995"/>
                </a:cubicBezTo>
                <a:lnTo>
                  <a:pt x="57" y="780"/>
                </a:lnTo>
                <a:cubicBezTo>
                  <a:pt x="31" y="814"/>
                  <a:pt x="24" y="858"/>
                  <a:pt x="54" y="906"/>
                </a:cubicBezTo>
                <a:lnTo>
                  <a:pt x="733" y="1123"/>
                </a:lnTo>
                <a:lnTo>
                  <a:pt x="1162" y="934"/>
                </a:lnTo>
                <a:cubicBezTo>
                  <a:pt x="1173" y="929"/>
                  <a:pt x="1171" y="921"/>
                  <a:pt x="1158" y="917"/>
                </a:cubicBezTo>
                <a:lnTo>
                  <a:pt x="1146" y="913"/>
                </a:lnTo>
                <a:lnTo>
                  <a:pt x="720" y="1101"/>
                </a:lnTo>
                <a:close/>
                <a:moveTo>
                  <a:pt x="1067" y="219"/>
                </a:moveTo>
                <a:lnTo>
                  <a:pt x="1067" y="344"/>
                </a:lnTo>
                <a:cubicBezTo>
                  <a:pt x="1062" y="345"/>
                  <a:pt x="1058" y="348"/>
                  <a:pt x="1058" y="352"/>
                </a:cubicBezTo>
                <a:lnTo>
                  <a:pt x="1056" y="368"/>
                </a:lnTo>
                <a:cubicBezTo>
                  <a:pt x="1056" y="378"/>
                  <a:pt x="1065" y="382"/>
                  <a:pt x="1064" y="389"/>
                </a:cubicBezTo>
                <a:lnTo>
                  <a:pt x="1063" y="404"/>
                </a:lnTo>
                <a:cubicBezTo>
                  <a:pt x="1063" y="410"/>
                  <a:pt x="1057" y="415"/>
                  <a:pt x="1056" y="422"/>
                </a:cubicBezTo>
                <a:lnTo>
                  <a:pt x="1035" y="562"/>
                </a:lnTo>
                <a:cubicBezTo>
                  <a:pt x="1043" y="579"/>
                  <a:pt x="1127" y="579"/>
                  <a:pt x="1136" y="562"/>
                </a:cubicBezTo>
                <a:lnTo>
                  <a:pt x="1115" y="422"/>
                </a:lnTo>
                <a:cubicBezTo>
                  <a:pt x="1114" y="415"/>
                  <a:pt x="1108" y="410"/>
                  <a:pt x="1107" y="404"/>
                </a:cubicBezTo>
                <a:lnTo>
                  <a:pt x="1106" y="389"/>
                </a:lnTo>
                <a:cubicBezTo>
                  <a:pt x="1106" y="381"/>
                  <a:pt x="1115" y="379"/>
                  <a:pt x="1115" y="369"/>
                </a:cubicBezTo>
                <a:lnTo>
                  <a:pt x="1114" y="352"/>
                </a:lnTo>
                <a:cubicBezTo>
                  <a:pt x="1113" y="347"/>
                  <a:pt x="1109" y="344"/>
                  <a:pt x="1104" y="344"/>
                </a:cubicBezTo>
                <a:cubicBezTo>
                  <a:pt x="1104" y="218"/>
                  <a:pt x="1104" y="362"/>
                  <a:pt x="1104" y="226"/>
                </a:cubicBezTo>
                <a:lnTo>
                  <a:pt x="1356" y="183"/>
                </a:lnTo>
                <a:cubicBezTo>
                  <a:pt x="1362" y="182"/>
                  <a:pt x="1364" y="177"/>
                  <a:pt x="1356" y="174"/>
                </a:cubicBezTo>
                <a:cubicBezTo>
                  <a:pt x="1235" y="139"/>
                  <a:pt x="1125" y="107"/>
                  <a:pt x="1024" y="77"/>
                </a:cubicBezTo>
                <a:cubicBezTo>
                  <a:pt x="934" y="51"/>
                  <a:pt x="850" y="26"/>
                  <a:pt x="773" y="4"/>
                </a:cubicBezTo>
                <a:cubicBezTo>
                  <a:pt x="759" y="0"/>
                  <a:pt x="750" y="0"/>
                  <a:pt x="736" y="1"/>
                </a:cubicBezTo>
                <a:cubicBezTo>
                  <a:pt x="635" y="9"/>
                  <a:pt x="527" y="18"/>
                  <a:pt x="413" y="28"/>
                </a:cubicBezTo>
                <a:cubicBezTo>
                  <a:pt x="289" y="39"/>
                  <a:pt x="155" y="50"/>
                  <a:pt x="12" y="62"/>
                </a:cubicBezTo>
                <a:cubicBezTo>
                  <a:pt x="0" y="64"/>
                  <a:pt x="3" y="73"/>
                  <a:pt x="11" y="76"/>
                </a:cubicBezTo>
                <a:cubicBezTo>
                  <a:pt x="68" y="106"/>
                  <a:pt x="130" y="139"/>
                  <a:pt x="198" y="175"/>
                </a:cubicBezTo>
                <a:cubicBezTo>
                  <a:pt x="281" y="219"/>
                  <a:pt x="374" y="268"/>
                  <a:pt x="480" y="323"/>
                </a:cubicBezTo>
                <a:cubicBezTo>
                  <a:pt x="489" y="328"/>
                  <a:pt x="508" y="330"/>
                  <a:pt x="523" y="327"/>
                </a:cubicBezTo>
                <a:cubicBezTo>
                  <a:pt x="695" y="298"/>
                  <a:pt x="867" y="268"/>
                  <a:pt x="1039" y="238"/>
                </a:cubicBezTo>
                <a:cubicBezTo>
                  <a:pt x="1038" y="232"/>
                  <a:pt x="1036" y="229"/>
                  <a:pt x="1029" y="227"/>
                </a:cubicBezTo>
                <a:lnTo>
                  <a:pt x="628" y="161"/>
                </a:lnTo>
                <a:cubicBezTo>
                  <a:pt x="593" y="156"/>
                  <a:pt x="599" y="131"/>
                  <a:pt x="619" y="134"/>
                </a:cubicBezTo>
                <a:lnTo>
                  <a:pt x="1054" y="204"/>
                </a:lnTo>
                <a:cubicBezTo>
                  <a:pt x="1062" y="206"/>
                  <a:pt x="1066" y="211"/>
                  <a:pt x="1067" y="219"/>
                </a:cubicBezTo>
                <a:close/>
                <a:moveTo>
                  <a:pt x="961" y="281"/>
                </a:moveTo>
                <a:lnTo>
                  <a:pt x="961" y="432"/>
                </a:lnTo>
                <a:cubicBezTo>
                  <a:pt x="961" y="557"/>
                  <a:pt x="315" y="557"/>
                  <a:pt x="315" y="432"/>
                </a:cubicBezTo>
                <a:lnTo>
                  <a:pt x="315" y="270"/>
                </a:lnTo>
                <a:cubicBezTo>
                  <a:pt x="365" y="296"/>
                  <a:pt x="415" y="323"/>
                  <a:pt x="466" y="350"/>
                </a:cubicBezTo>
                <a:cubicBezTo>
                  <a:pt x="483" y="359"/>
                  <a:pt x="509" y="360"/>
                  <a:pt x="528" y="357"/>
                </a:cubicBezTo>
                <a:cubicBezTo>
                  <a:pt x="672" y="331"/>
                  <a:pt x="816" y="306"/>
                  <a:pt x="961" y="281"/>
                </a:cubicBezTo>
                <a:close/>
              </a:path>
            </a:pathLst>
          </a:custGeom>
          <a:solidFill>
            <a:srgbClr val="4F80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45"/>
          <p:cNvSpPr/>
          <p:nvPr/>
        </p:nvSpPr>
        <p:spPr bwMode="auto">
          <a:xfrm>
            <a:off x="358946" y="333423"/>
            <a:ext cx="3465707" cy="314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>
            <a:normAutofit lnSpcReduction="10000"/>
          </a:bodyPr>
          <a:lstStyle/>
          <a:p>
            <a:pPr defTabSz="96774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1F497D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Bebas Neue" charset="0"/>
              </a:rPr>
              <a:t>GIỚI THIỆU ĐỀ TÀI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133350"/>
            <a:ext cx="171450" cy="51435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燕尾形箭头 74"/>
          <p:cNvSpPr/>
          <p:nvPr/>
        </p:nvSpPr>
        <p:spPr>
          <a:xfrm>
            <a:off x="1440184" y="3219528"/>
            <a:ext cx="9402630" cy="228529"/>
          </a:xfrm>
          <a:prstGeom prst="notched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2" tIns="45702" rIns="91402" bIns="45702" rtlCol="0" anchor="ctr"/>
          <a:lstStyle/>
          <a:p>
            <a:pPr algn="ctr"/>
            <a:endParaRPr lang="zh-CN" altLang="en-US" sz="2490">
              <a:cs typeface="+mn-ea"/>
              <a:sym typeface="+mn-lt"/>
            </a:endParaRPr>
          </a:p>
        </p:txBody>
      </p:sp>
      <p:sp>
        <p:nvSpPr>
          <p:cNvPr id="76" name="椭圆 75"/>
          <p:cNvSpPr/>
          <p:nvPr/>
        </p:nvSpPr>
        <p:spPr>
          <a:xfrm>
            <a:off x="5893802" y="3250554"/>
            <a:ext cx="166482" cy="1664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2" tIns="45702" rIns="91402" bIns="45702" rtlCol="0" anchor="ctr"/>
          <a:lstStyle/>
          <a:p>
            <a:pPr algn="ctr"/>
            <a:endParaRPr lang="zh-CN" altLang="en-US" sz="2490">
              <a:cs typeface="+mn-ea"/>
              <a:sym typeface="+mn-lt"/>
            </a:endParaRPr>
          </a:p>
        </p:txBody>
      </p:sp>
      <p:sp>
        <p:nvSpPr>
          <p:cNvPr id="77" name="椭圆 76"/>
          <p:cNvSpPr/>
          <p:nvPr/>
        </p:nvSpPr>
        <p:spPr>
          <a:xfrm>
            <a:off x="9056426" y="3250554"/>
            <a:ext cx="166482" cy="1664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2" tIns="45702" rIns="91402" bIns="45702" rtlCol="0" anchor="ctr"/>
          <a:lstStyle/>
          <a:p>
            <a:pPr algn="ctr"/>
            <a:endParaRPr lang="zh-CN" altLang="en-US" sz="2490">
              <a:cs typeface="+mn-ea"/>
              <a:sym typeface="+mn-lt"/>
            </a:endParaRPr>
          </a:p>
        </p:txBody>
      </p:sp>
      <p:sp>
        <p:nvSpPr>
          <p:cNvPr id="79" name="椭圆 78"/>
          <p:cNvSpPr/>
          <p:nvPr/>
        </p:nvSpPr>
        <p:spPr>
          <a:xfrm>
            <a:off x="2775160" y="3250554"/>
            <a:ext cx="166482" cy="1664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2" tIns="45702" rIns="91402" bIns="45702" rtlCol="0" anchor="ctr"/>
          <a:lstStyle/>
          <a:p>
            <a:pPr algn="ctr"/>
            <a:endParaRPr lang="zh-CN" altLang="en-US" sz="2490"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5493557" y="2011307"/>
            <a:ext cx="961725" cy="961726"/>
            <a:chOff x="4341368" y="2343128"/>
            <a:chExt cx="962021" cy="962021"/>
          </a:xfrm>
          <a:solidFill>
            <a:srgbClr val="4F80BD"/>
          </a:solidFill>
        </p:grpSpPr>
        <p:sp>
          <p:nvSpPr>
            <p:cNvPr id="81" name="圆角矩形 80"/>
            <p:cNvSpPr/>
            <p:nvPr/>
          </p:nvSpPr>
          <p:spPr>
            <a:xfrm rot="8100000">
              <a:off x="4341368" y="2343128"/>
              <a:ext cx="962021" cy="962021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90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4413905" y="2624084"/>
              <a:ext cx="816662" cy="435059"/>
            </a:xfrm>
            <a:prstGeom prst="roundRect">
              <a:avLst/>
            </a:prstGeom>
            <a:grpFill/>
          </p:spPr>
          <p:txBody>
            <a:bodyPr wrap="square" rtlCol="0">
              <a:normAutofit lnSpcReduction="10000"/>
            </a:bodyPr>
            <a:lstStyle/>
            <a:p>
              <a:pPr algn="ctr"/>
              <a:r>
                <a:rPr lang="en-US" altLang="vi-VN" sz="2000" b="1" dirty="0">
                  <a:latin typeface="Noto Sans"/>
                  <a:ea typeface="Noto Sans"/>
                  <a:cs typeface="+mn-ea"/>
                  <a:sym typeface="+mn-lt"/>
                </a:rPr>
                <a:t>2</a:t>
              </a:r>
              <a:endParaRPr lang="zh-CN" altLang="en-US" sz="2000" b="1" baseline="-3000" dirty="0">
                <a:cs typeface="+mn-ea"/>
                <a:sym typeface="+mn-lt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2373604" y="2011306"/>
            <a:ext cx="961725" cy="961725"/>
            <a:chOff x="1784435" y="2343128"/>
            <a:chExt cx="962021" cy="962021"/>
          </a:xfrm>
          <a:solidFill>
            <a:srgbClr val="4F80BD"/>
          </a:solidFill>
        </p:grpSpPr>
        <p:sp>
          <p:nvSpPr>
            <p:cNvPr id="84" name="圆角矩形 83"/>
            <p:cNvSpPr/>
            <p:nvPr/>
          </p:nvSpPr>
          <p:spPr>
            <a:xfrm rot="8100000">
              <a:off x="1784435" y="2343128"/>
              <a:ext cx="962021" cy="962021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90" dirty="0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1838580" y="2595809"/>
              <a:ext cx="853730" cy="396362"/>
            </a:xfrm>
            <a:prstGeom prst="rect">
              <a:avLst/>
            </a:prstGeom>
            <a:grpFill/>
          </p:spPr>
          <p:txBody>
            <a:bodyPr wrap="square" rtlCol="0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vi-VN" sz="2000" b="1" dirty="0">
                  <a:latin typeface="Noto Sans"/>
                  <a:ea typeface="Noto Sans"/>
                  <a:cs typeface="+mn-ea"/>
                  <a:sym typeface="+mn-lt"/>
                </a:rPr>
                <a:t>1</a:t>
              </a:r>
              <a:endParaRPr lang="zh-CN" altLang="en-US" sz="2000" b="1" baseline="-3000" dirty="0">
                <a:cs typeface="+mn-ea"/>
                <a:sym typeface="+mn-lt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8657493" y="2011306"/>
            <a:ext cx="961725" cy="961726"/>
            <a:chOff x="6898301" y="2343128"/>
            <a:chExt cx="962021" cy="962021"/>
          </a:xfrm>
          <a:solidFill>
            <a:srgbClr val="4F80BD"/>
          </a:solidFill>
        </p:grpSpPr>
        <p:sp>
          <p:nvSpPr>
            <p:cNvPr id="90" name="圆角矩形 89"/>
            <p:cNvSpPr/>
            <p:nvPr/>
          </p:nvSpPr>
          <p:spPr>
            <a:xfrm rot="8100000">
              <a:off x="6898301" y="2343128"/>
              <a:ext cx="962021" cy="962021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90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6954335" y="2624084"/>
              <a:ext cx="849668" cy="435059"/>
            </a:xfrm>
            <a:prstGeom prst="roundRect">
              <a:avLst/>
            </a:prstGeom>
            <a:grpFill/>
          </p:spPr>
          <p:txBody>
            <a:bodyPr wrap="square" rtlCol="0">
              <a:normAutofit lnSpcReduction="10000"/>
            </a:bodyPr>
            <a:lstStyle>
              <a:defPPr>
                <a:defRPr lang="zh-CN"/>
              </a:defPPr>
              <a:lvl1pPr algn="ctr">
                <a:defRPr sz="2000">
                  <a:solidFill>
                    <a:schemeClr val="bg1"/>
                  </a:solidFill>
                  <a:latin typeface="微软雅黑" panose="020B0503020204020204" charset="-122"/>
                  <a:ea typeface="微软雅黑"/>
                  <a:cs typeface="Arial" panose="020B0604020202020204" pitchFamily="34" charset="0"/>
                </a:defRPr>
              </a:lvl1pPr>
            </a:lstStyle>
            <a:p>
              <a:r>
                <a:rPr lang="en-US" altLang="vi-VN" sz="2000" b="1" dirty="0">
                  <a:solidFill>
                    <a:schemeClr val="tx1"/>
                  </a:solidFill>
                  <a:latin typeface="Noto Sans"/>
                  <a:ea typeface="Noto Sans"/>
                  <a:cs typeface="+mn-ea"/>
                  <a:sym typeface="+mn-lt"/>
                </a:rPr>
                <a:t>3</a:t>
              </a:r>
              <a:endParaRPr lang="vi-VN" altLang="vi-VN" sz="2000" b="1" dirty="0">
                <a:solidFill>
                  <a:schemeClr val="tx1"/>
                </a:solidFill>
                <a:latin typeface="Noto Sans"/>
                <a:ea typeface="Noto Sans"/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74665" y="3652261"/>
            <a:ext cx="9307955" cy="1646668"/>
            <a:chOff x="1662" y="6759"/>
            <a:chExt cx="12584" cy="1404"/>
          </a:xfrm>
        </p:grpSpPr>
        <p:sp>
          <p:nvSpPr>
            <p:cNvPr id="32" name="išľíďè"/>
            <p:cNvSpPr/>
            <p:nvPr/>
          </p:nvSpPr>
          <p:spPr bwMode="auto">
            <a:xfrm>
              <a:off x="1662" y="7285"/>
              <a:ext cx="3995" cy="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rmAutofit fontScale="95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vi-VN" sz="1600" dirty="0" err="1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Việc</a:t>
              </a:r>
              <a:r>
                <a:rPr lang="en-US" altLang="vi-VN" sz="1600" dirty="0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vi-VN" sz="1600" dirty="0" err="1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ứng</a:t>
              </a:r>
              <a:r>
                <a:rPr lang="en-US" altLang="vi-VN" sz="1600" dirty="0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vi-VN" sz="1600" dirty="0" err="1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dụng</a:t>
              </a:r>
              <a:r>
                <a:rPr lang="en-US" altLang="vi-VN" sz="1600" dirty="0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vi-VN" sz="1600" dirty="0" err="1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công</a:t>
              </a:r>
              <a:r>
                <a:rPr lang="en-US" altLang="vi-VN" sz="1600" dirty="0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vi-VN" sz="1600" dirty="0" err="1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nghệ</a:t>
              </a:r>
              <a:r>
                <a:rPr lang="en-US" altLang="vi-VN" sz="1600" dirty="0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vi-VN" sz="1600" dirty="0" err="1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thông</a:t>
              </a:r>
              <a:r>
                <a:rPr lang="en-US" altLang="vi-VN" sz="1600" dirty="0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 tin, tin </a:t>
              </a:r>
              <a:r>
                <a:rPr lang="en-US" altLang="vi-VN" sz="1600" dirty="0" err="1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học</a:t>
              </a:r>
              <a:r>
                <a:rPr lang="en-US" altLang="vi-VN" sz="1600" dirty="0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vi-VN" sz="1600" dirty="0" err="1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hoá</a:t>
              </a:r>
              <a:r>
                <a:rPr lang="en-US" altLang="vi-VN" sz="1600" dirty="0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vi-VN" sz="1600" dirty="0" err="1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vào</a:t>
              </a:r>
              <a:r>
                <a:rPr lang="en-US" altLang="vi-VN" sz="1600" dirty="0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vi-VN" sz="1600" dirty="0" err="1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công</a:t>
              </a:r>
              <a:r>
                <a:rPr lang="en-US" altLang="vi-VN" sz="1600" dirty="0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vi-VN" sz="1600" dirty="0" err="1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tác</a:t>
              </a:r>
              <a:r>
                <a:rPr lang="en-US" altLang="vi-VN" sz="1600" dirty="0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vi-VN" sz="1600" dirty="0" err="1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quản</a:t>
              </a:r>
              <a:r>
                <a:rPr lang="en-US" altLang="vi-VN" sz="1600" dirty="0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vi-VN" sz="1600" dirty="0" err="1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lý</a:t>
              </a:r>
              <a:r>
                <a:rPr lang="en-US" altLang="vi-VN" sz="1600" dirty="0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vi-VN" sz="1600" dirty="0" err="1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đã</a:t>
              </a:r>
              <a:r>
                <a:rPr lang="en-US" altLang="vi-VN" sz="1600" dirty="0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vi-VN" sz="1600" dirty="0" err="1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trở</a:t>
              </a:r>
              <a:r>
                <a:rPr lang="en-US" altLang="vi-VN" sz="1600" dirty="0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vi-VN" sz="1600" dirty="0" err="1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thành</a:t>
              </a:r>
              <a:r>
                <a:rPr lang="en-US" altLang="vi-VN" sz="1600" dirty="0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vi-VN" sz="1600" dirty="0" err="1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tất</a:t>
              </a:r>
              <a:r>
                <a:rPr lang="en-US" altLang="vi-VN" sz="1600" dirty="0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vi-VN" sz="1600" dirty="0" err="1">
                  <a:solidFill>
                    <a:schemeClr val="bg2">
                      <a:lumMod val="10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yếu</a:t>
              </a:r>
              <a:endParaRPr kumimoji="0" lang="vi-VN" altLang="vi-VN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Noto Sans"/>
                <a:ea typeface="Noto Sans"/>
                <a:cs typeface="+mn-ea"/>
                <a:sym typeface="+mn-lt"/>
              </a:endParaRPr>
            </a:p>
          </p:txBody>
        </p:sp>
        <p:sp>
          <p:nvSpPr>
            <p:cNvPr id="33" name="iSlíďè"/>
            <p:cNvSpPr txBox="1"/>
            <p:nvPr/>
          </p:nvSpPr>
          <p:spPr bwMode="auto">
            <a:xfrm>
              <a:off x="1931" y="6759"/>
              <a:ext cx="3458" cy="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vi-VN" sz="15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Noto Sans"/>
                  <a:ea typeface="Noto Sans"/>
                  <a:cs typeface="+mn-ea"/>
                  <a:sym typeface="+mn-lt"/>
                </a:rPr>
                <a:t>Lý do </a:t>
              </a:r>
              <a:r>
                <a:rPr kumimoji="0" lang="en-US" altLang="vi-VN" sz="15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Noto Sans"/>
                  <a:ea typeface="Noto Sans"/>
                  <a:cs typeface="+mn-ea"/>
                  <a:sym typeface="+mn-lt"/>
                </a:rPr>
                <a:t>chọn</a:t>
              </a:r>
              <a:r>
                <a:rPr kumimoji="0" lang="en-US" altLang="vi-VN" sz="15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kumimoji="0" lang="en-US" altLang="vi-VN" sz="15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Noto Sans"/>
                  <a:ea typeface="Noto Sans"/>
                  <a:cs typeface="+mn-ea"/>
                  <a:sym typeface="+mn-lt"/>
                </a:rPr>
                <a:t>đề</a:t>
              </a:r>
              <a:r>
                <a:rPr kumimoji="0" lang="en-US" altLang="vi-VN" sz="15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kumimoji="0" lang="en-US" altLang="vi-VN" sz="15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Noto Sans"/>
                  <a:ea typeface="Noto Sans"/>
                  <a:cs typeface="+mn-ea"/>
                  <a:sym typeface="+mn-lt"/>
                </a:rPr>
                <a:t>tài</a:t>
              </a:r>
              <a:endParaRPr kumimoji="0" lang="vi-VN" altLang="vi-VN" sz="15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Noto Sans"/>
                <a:ea typeface="Noto Sans"/>
                <a:cs typeface="+mn-ea"/>
                <a:sym typeface="+mn-lt"/>
              </a:endParaRPr>
            </a:p>
          </p:txBody>
        </p:sp>
        <p:sp>
          <p:nvSpPr>
            <p:cNvPr id="34" name="išľíďè"/>
            <p:cNvSpPr/>
            <p:nvPr/>
          </p:nvSpPr>
          <p:spPr bwMode="auto">
            <a:xfrm>
              <a:off x="5814" y="7285"/>
              <a:ext cx="4290" cy="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Autofit/>
            </a:bodyPr>
            <a:lstStyle/>
            <a:p>
              <a:pPr algn="ctr"/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oto Sans"/>
                  <a:ea typeface="Noto Sans"/>
                  <a:cs typeface="+mn-ea"/>
                  <a:sym typeface="+mn-lt"/>
                </a:rPr>
                <a:t>Web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site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hỗ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trợ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quản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lý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và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kinh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doanh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cho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cửa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hàng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.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Giúp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nâng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cao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hiệu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suất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và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hiệu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quả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trong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công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việc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" name="iSlíďè"/>
            <p:cNvSpPr txBox="1"/>
            <p:nvPr/>
          </p:nvSpPr>
          <p:spPr bwMode="auto">
            <a:xfrm>
              <a:off x="6221" y="6759"/>
              <a:ext cx="3458" cy="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vi-VN" sz="15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Noto Sans"/>
                  <a:ea typeface="Noto Sans"/>
                  <a:cs typeface="+mn-ea"/>
                  <a:sym typeface="+mn-lt"/>
                </a:rPr>
                <a:t>Mục</a:t>
              </a:r>
              <a:r>
                <a:rPr kumimoji="0" lang="en-US" altLang="vi-VN" sz="15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kumimoji="0" lang="en-US" altLang="vi-VN" sz="15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Noto Sans"/>
                  <a:ea typeface="Noto Sans"/>
                  <a:cs typeface="+mn-ea"/>
                  <a:sym typeface="+mn-lt"/>
                </a:rPr>
                <a:t>đích</a:t>
              </a:r>
              <a:r>
                <a:rPr kumimoji="0" lang="en-US" altLang="vi-VN" sz="15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kumimoji="0" lang="en-US" altLang="vi-VN" sz="15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Noto Sans"/>
                  <a:ea typeface="Noto Sans"/>
                  <a:cs typeface="+mn-ea"/>
                  <a:sym typeface="+mn-lt"/>
                </a:rPr>
                <a:t>đề</a:t>
              </a:r>
              <a:r>
                <a:rPr kumimoji="0" lang="en-US" altLang="vi-VN" sz="15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kumimoji="0" lang="en-US" altLang="vi-VN" sz="15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Noto Sans"/>
                  <a:ea typeface="Noto Sans"/>
                  <a:cs typeface="+mn-ea"/>
                  <a:sym typeface="+mn-lt"/>
                </a:rPr>
                <a:t>tài</a:t>
              </a:r>
              <a:endParaRPr kumimoji="0" lang="vi-VN" altLang="vi-VN" sz="15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Noto Sans"/>
                <a:ea typeface="Noto Sans"/>
                <a:cs typeface="+mn-ea"/>
                <a:sym typeface="+mn-lt"/>
              </a:endParaRPr>
            </a:p>
          </p:txBody>
        </p:sp>
        <p:sp>
          <p:nvSpPr>
            <p:cNvPr id="36" name="išľíďè"/>
            <p:cNvSpPr/>
            <p:nvPr/>
          </p:nvSpPr>
          <p:spPr bwMode="auto">
            <a:xfrm>
              <a:off x="10104" y="7285"/>
              <a:ext cx="4142" cy="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Website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quản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lý</a:t>
              </a:r>
              <a:endParaRPr lang="en-US" altLang="zh-CN" sz="14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endParaRPr>
            </a:p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Website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bán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hàng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cho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nhân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viên</a:t>
              </a:r>
              <a:endParaRPr lang="en-US" altLang="zh-CN" sz="14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endParaRPr>
            </a:p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Website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gọi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món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cho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khách</a:t>
              </a:r>
              <a:r>
                <a:rPr lang="en-US" altLang="zh-CN" sz="1400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hàng</a:t>
              </a:r>
              <a:endParaRPr lang="en-US" altLang="zh-CN" sz="14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endParaRPr>
            </a:p>
          </p:txBody>
        </p:sp>
        <p:sp>
          <p:nvSpPr>
            <p:cNvPr id="37" name="iSlíďè"/>
            <p:cNvSpPr txBox="1"/>
            <p:nvPr/>
          </p:nvSpPr>
          <p:spPr bwMode="auto">
            <a:xfrm>
              <a:off x="10373" y="6759"/>
              <a:ext cx="3458" cy="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vi-VN" sz="15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Noto Sans"/>
                  <a:ea typeface="Noto Sans"/>
                  <a:cs typeface="+mn-ea"/>
                  <a:sym typeface="+mn-lt"/>
                </a:rPr>
                <a:t>Phạm vi</a:t>
              </a:r>
              <a:endParaRPr kumimoji="0" lang="vi-VN" altLang="vi-VN" sz="15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Noto Sans"/>
                <a:ea typeface="Noto Sans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7843A-990D-D5CA-7661-881B7C27F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F1B4484-A54C-F382-2FAE-C1732122B431}"/>
              </a:ext>
            </a:extLst>
          </p:cNvPr>
          <p:cNvSpPr txBox="1"/>
          <p:nvPr/>
        </p:nvSpPr>
        <p:spPr>
          <a:xfrm>
            <a:off x="69784" y="2517413"/>
            <a:ext cx="487680" cy="1956547"/>
          </a:xfrm>
          <a:prstGeom prst="rect">
            <a:avLst/>
          </a:prstGeom>
          <a:noFill/>
        </p:spPr>
        <p:txBody>
          <a:bodyPr vert="vert" wrap="square" rtlCol="0">
            <a:normAutofit/>
          </a:bodyPr>
          <a:lstStyle/>
          <a:p>
            <a:pPr algn="dist"/>
            <a:r>
              <a:rPr lang="vi-VN" altLang="vi-VN" sz="2000" b="1">
                <a:latin typeface="Noto Sans"/>
                <a:ea typeface="Noto Sans"/>
              </a:rPr>
              <a:t>VIỆC KINH</a:t>
            </a:r>
            <a:endParaRPr lang="zh-CN" altLang="en-US" sz="2000" b="1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839DE2-6D06-537A-0193-EAC090ABD6A2}"/>
              </a:ext>
            </a:extLst>
          </p:cNvPr>
          <p:cNvSpPr txBox="1"/>
          <p:nvPr/>
        </p:nvSpPr>
        <p:spPr>
          <a:xfrm>
            <a:off x="1472452" y="1976716"/>
            <a:ext cx="4342939" cy="8077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vi-VN" altLang="vi-VN" sz="4700" b="1" dirty="0">
                <a:solidFill>
                  <a:srgbClr val="4F81BD"/>
                </a:solidFill>
                <a:latin typeface="Noto Sans"/>
                <a:ea typeface="Noto Sans"/>
              </a:rPr>
              <a:t>PHẦN </a:t>
            </a:r>
            <a:r>
              <a:rPr lang="en-US" altLang="vi-VN" sz="4700" b="1" dirty="0">
                <a:solidFill>
                  <a:srgbClr val="4F81BD"/>
                </a:solidFill>
                <a:latin typeface="Noto Sans"/>
                <a:ea typeface="Noto Sans"/>
              </a:rPr>
              <a:t>HAI</a:t>
            </a:r>
            <a:endParaRPr lang="zh-CN" altLang="en-US" sz="4800" b="1" dirty="0">
              <a:solidFill>
                <a:srgbClr val="4F81BD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8EE7356-DFE1-D130-5506-227E9CFBADDC}"/>
              </a:ext>
            </a:extLst>
          </p:cNvPr>
          <p:cNvSpPr txBox="1"/>
          <p:nvPr/>
        </p:nvSpPr>
        <p:spPr>
          <a:xfrm>
            <a:off x="1472452" y="2899433"/>
            <a:ext cx="6506136" cy="82296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vi-VN" sz="4800" b="1" dirty="0">
                <a:solidFill>
                  <a:schemeClr val="bg1"/>
                </a:solidFill>
                <a:latin typeface="Noto Sans"/>
                <a:ea typeface="Noto Sans"/>
              </a:rPr>
              <a:t>Công </a:t>
            </a:r>
            <a:r>
              <a:rPr lang="en-US" altLang="vi-VN" sz="4800" b="1" dirty="0" err="1">
                <a:solidFill>
                  <a:schemeClr val="bg1"/>
                </a:solidFill>
                <a:latin typeface="Noto Sans"/>
                <a:ea typeface="Noto Sans"/>
              </a:rPr>
              <a:t>nghệ</a:t>
            </a:r>
            <a:r>
              <a:rPr lang="en-US" altLang="vi-VN" sz="4800" b="1" dirty="0">
                <a:solidFill>
                  <a:schemeClr val="bg1"/>
                </a:solidFill>
                <a:latin typeface="Noto Sans"/>
                <a:ea typeface="Noto Sans"/>
              </a:rPr>
              <a:t> </a:t>
            </a:r>
            <a:r>
              <a:rPr lang="en-US" altLang="vi-VN" sz="4800" b="1" dirty="0" err="1">
                <a:solidFill>
                  <a:schemeClr val="bg1"/>
                </a:solidFill>
                <a:latin typeface="Noto Sans"/>
                <a:ea typeface="Noto Sans"/>
              </a:rPr>
              <a:t>sử</a:t>
            </a:r>
            <a:r>
              <a:rPr lang="en-US" altLang="vi-VN" sz="4800" b="1" dirty="0">
                <a:solidFill>
                  <a:schemeClr val="bg1"/>
                </a:solidFill>
                <a:latin typeface="Noto Sans"/>
                <a:ea typeface="Noto Sans"/>
              </a:rPr>
              <a:t> </a:t>
            </a:r>
            <a:r>
              <a:rPr lang="en-US" altLang="vi-VN" sz="4800" b="1" dirty="0" err="1">
                <a:solidFill>
                  <a:schemeClr val="bg1"/>
                </a:solidFill>
                <a:latin typeface="Noto Sans"/>
                <a:ea typeface="Noto Sans"/>
              </a:rPr>
              <a:t>dụng</a:t>
            </a:r>
            <a:endParaRPr lang="vi-VN" altLang="vi-VN" sz="4800" b="1" dirty="0">
              <a:solidFill>
                <a:schemeClr val="bg1"/>
              </a:solidFill>
              <a:latin typeface="Noto Sans"/>
              <a:ea typeface="Noto San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CCB9480-65D2-EDB1-D1DF-260E2EA6E3F6}"/>
              </a:ext>
            </a:extLst>
          </p:cNvPr>
          <p:cNvSpPr txBox="1"/>
          <p:nvPr/>
        </p:nvSpPr>
        <p:spPr>
          <a:xfrm>
            <a:off x="1472451" y="3853969"/>
            <a:ext cx="6010899" cy="40378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>
              <a:lnSpc>
                <a:spcPct val="160000"/>
              </a:lnSpc>
              <a:defRPr/>
            </a:pPr>
            <a:r>
              <a:rPr lang="en-US" altLang="vi-VN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Các </a:t>
            </a: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công</a:t>
            </a:r>
            <a:r>
              <a:rPr lang="en-US" altLang="vi-VN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nghệ</a:t>
            </a:r>
            <a:r>
              <a:rPr lang="en-US" altLang="vi-VN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sử</a:t>
            </a:r>
            <a:r>
              <a:rPr lang="en-US" altLang="vi-VN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dụng</a:t>
            </a:r>
            <a:r>
              <a:rPr lang="en-US" altLang="vi-VN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trong</a:t>
            </a:r>
            <a:r>
              <a:rPr lang="en-US" altLang="vi-VN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dự</a:t>
            </a:r>
            <a:r>
              <a:rPr lang="en-US" altLang="vi-VN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án</a:t>
            </a:r>
            <a:endParaRPr kumimoji="0" lang="vi-VN" altLang="vi-VN" sz="1400" b="0" i="0" u="none" strike="noStrike" cap="none" spc="0" normalizeH="0" baseline="0" dirty="0">
              <a:solidFill>
                <a:schemeClr val="bg1">
                  <a:lumMod val="75000"/>
                  <a:lumOff val="25000"/>
                </a:schemeClr>
              </a:solidFill>
              <a:latin typeface="Noto Sans"/>
              <a:ea typeface="Noto Sans"/>
              <a:sym typeface="Century Gothic" panose="020B0502020202020204" pitchFamily="34" charset="0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4205A29-F8E3-CCC7-458F-0AE50760D1C1}"/>
              </a:ext>
            </a:extLst>
          </p:cNvPr>
          <p:cNvCxnSpPr/>
          <p:nvPr/>
        </p:nvCxnSpPr>
        <p:spPr>
          <a:xfrm>
            <a:off x="1667436" y="3853969"/>
            <a:ext cx="914400" cy="0"/>
          </a:xfrm>
          <a:prstGeom prst="line">
            <a:avLst/>
          </a:prstGeom>
          <a:ln w="41275">
            <a:solidFill>
              <a:srgbClr val="4F81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12">
            <a:extLst>
              <a:ext uri="{FF2B5EF4-FFF2-40B4-BE49-F238E27FC236}">
                <a16:creationId xmlns:a16="http://schemas.microsoft.com/office/drawing/2014/main" id="{54DFA351-3DA1-78CD-F396-086357AE8FB6}"/>
              </a:ext>
            </a:extLst>
          </p:cNvPr>
          <p:cNvSpPr/>
          <p:nvPr/>
        </p:nvSpPr>
        <p:spPr>
          <a:xfrm rot="19800000">
            <a:off x="11079596" y="2146838"/>
            <a:ext cx="986856" cy="766613"/>
          </a:xfrm>
          <a:custGeom>
            <a:avLst/>
            <a:gdLst>
              <a:gd name="connsiteX0" fmla="*/ 0 w 986856"/>
              <a:gd name="connsiteY0" fmla="*/ 721831 h 721831"/>
              <a:gd name="connsiteX1" fmla="*/ 493428 w 986856"/>
              <a:gd name="connsiteY1" fmla="*/ 0 h 721831"/>
              <a:gd name="connsiteX2" fmla="*/ 986856 w 986856"/>
              <a:gd name="connsiteY2" fmla="*/ 721831 h 721831"/>
              <a:gd name="connsiteX3" fmla="*/ 0 w 986856"/>
              <a:gd name="connsiteY3" fmla="*/ 721831 h 721831"/>
              <a:gd name="connsiteX0-1" fmla="*/ 0 w 986856"/>
              <a:gd name="connsiteY0-2" fmla="*/ 766613 h 766613"/>
              <a:gd name="connsiteX1-3" fmla="*/ 550336 w 986856"/>
              <a:gd name="connsiteY1-4" fmla="*/ 0 h 766613"/>
              <a:gd name="connsiteX2-5" fmla="*/ 986856 w 986856"/>
              <a:gd name="connsiteY2-6" fmla="*/ 766613 h 766613"/>
              <a:gd name="connsiteX3-7" fmla="*/ 0 w 986856"/>
              <a:gd name="connsiteY3-8" fmla="*/ 766613 h 76661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86856" h="766613">
                <a:moveTo>
                  <a:pt x="0" y="766613"/>
                </a:moveTo>
                <a:lnTo>
                  <a:pt x="550336" y="0"/>
                </a:lnTo>
                <a:lnTo>
                  <a:pt x="986856" y="766613"/>
                </a:lnTo>
                <a:lnTo>
                  <a:pt x="0" y="766613"/>
                </a:lnTo>
                <a:close/>
              </a:path>
            </a:pathLst>
          </a:custGeom>
          <a:solidFill>
            <a:srgbClr val="4F81B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等腰三角形 21">
            <a:extLst>
              <a:ext uri="{FF2B5EF4-FFF2-40B4-BE49-F238E27FC236}">
                <a16:creationId xmlns:a16="http://schemas.microsoft.com/office/drawing/2014/main" id="{085E185E-3FA6-0302-3EC3-ADC1CEE77286}"/>
              </a:ext>
            </a:extLst>
          </p:cNvPr>
          <p:cNvSpPr/>
          <p:nvPr/>
        </p:nvSpPr>
        <p:spPr>
          <a:xfrm rot="16200000">
            <a:off x="10320263" y="2763636"/>
            <a:ext cx="2010385" cy="1733090"/>
          </a:xfrm>
          <a:prstGeom prst="triangle">
            <a:avLst/>
          </a:prstGeom>
          <a:solidFill>
            <a:srgbClr val="0070C0"/>
          </a:solidFill>
          <a:ln>
            <a:noFill/>
          </a:ln>
          <a:effectLst>
            <a:outerShdw blurRad="50800" dist="38100" dir="8100000" sx="104000" sy="104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等腰三角形 22">
            <a:extLst>
              <a:ext uri="{FF2B5EF4-FFF2-40B4-BE49-F238E27FC236}">
                <a16:creationId xmlns:a16="http://schemas.microsoft.com/office/drawing/2014/main" id="{6C6A3341-0B9C-C1C6-196C-33C930C366FF}"/>
              </a:ext>
            </a:extLst>
          </p:cNvPr>
          <p:cNvSpPr/>
          <p:nvPr/>
        </p:nvSpPr>
        <p:spPr>
          <a:xfrm rot="8681015">
            <a:off x="10487418" y="3494999"/>
            <a:ext cx="510208" cy="439834"/>
          </a:xfrm>
          <a:prstGeom prst="triangle">
            <a:avLst/>
          </a:prstGeom>
          <a:solidFill>
            <a:srgbClr val="1B30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等腰三角形 23">
            <a:extLst>
              <a:ext uri="{FF2B5EF4-FFF2-40B4-BE49-F238E27FC236}">
                <a16:creationId xmlns:a16="http://schemas.microsoft.com/office/drawing/2014/main" id="{4840EEEA-DDCD-5D3D-9BCE-D85773BB84D5}"/>
              </a:ext>
            </a:extLst>
          </p:cNvPr>
          <p:cNvSpPr/>
          <p:nvPr/>
        </p:nvSpPr>
        <p:spPr>
          <a:xfrm rot="16200000">
            <a:off x="10462329" y="1382549"/>
            <a:ext cx="510208" cy="439834"/>
          </a:xfrm>
          <a:prstGeom prst="triangle">
            <a:avLst/>
          </a:prstGeom>
          <a:solidFill>
            <a:srgbClr val="1B30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等腰三角形 24">
            <a:extLst>
              <a:ext uri="{FF2B5EF4-FFF2-40B4-BE49-F238E27FC236}">
                <a16:creationId xmlns:a16="http://schemas.microsoft.com/office/drawing/2014/main" id="{EF892994-636C-7B12-9296-4B4220FBE171}"/>
              </a:ext>
            </a:extLst>
          </p:cNvPr>
          <p:cNvSpPr/>
          <p:nvPr/>
        </p:nvSpPr>
        <p:spPr>
          <a:xfrm rot="5400000">
            <a:off x="11046828" y="1431399"/>
            <a:ext cx="405691" cy="349733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B2B1B0-2CE0-A1CD-CD2E-1D8315FD2C19}"/>
              </a:ext>
            </a:extLst>
          </p:cNvPr>
          <p:cNvSpPr/>
          <p:nvPr/>
        </p:nvSpPr>
        <p:spPr>
          <a:xfrm rot="18903724">
            <a:off x="7313463" y="4604134"/>
            <a:ext cx="4185063" cy="47596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50EFCC-FF24-694C-9AA4-7422935D1CA0}"/>
              </a:ext>
            </a:extLst>
          </p:cNvPr>
          <p:cNvSpPr/>
          <p:nvPr/>
        </p:nvSpPr>
        <p:spPr>
          <a:xfrm rot="18903724">
            <a:off x="-1883873" y="-1202524"/>
            <a:ext cx="4185063" cy="252465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A3DE6C8-2BC8-A65E-D929-577FFF5C66F7}"/>
              </a:ext>
            </a:extLst>
          </p:cNvPr>
          <p:cNvSpPr>
            <a:spLocks noEditPoints="1"/>
          </p:cNvSpPr>
          <p:nvPr/>
        </p:nvSpPr>
        <p:spPr bwMode="auto">
          <a:xfrm>
            <a:off x="4948555" y="1809115"/>
            <a:ext cx="1124585" cy="919480"/>
          </a:xfrm>
          <a:custGeom>
            <a:avLst/>
            <a:gdLst>
              <a:gd name="T0" fmla="*/ 725 w 1364"/>
              <a:gd name="T1" fmla="*/ 847 h 1123"/>
              <a:gd name="T2" fmla="*/ 51 w 1364"/>
              <a:gd name="T3" fmla="*/ 757 h 1123"/>
              <a:gd name="T4" fmla="*/ 1159 w 1364"/>
              <a:gd name="T5" fmla="*/ 786 h 1123"/>
              <a:gd name="T6" fmla="*/ 1143 w 1364"/>
              <a:gd name="T7" fmla="*/ 765 h 1123"/>
              <a:gd name="T8" fmla="*/ 720 w 1364"/>
              <a:gd name="T9" fmla="*/ 805 h 1123"/>
              <a:gd name="T10" fmla="*/ 57 w 1364"/>
              <a:gd name="T11" fmla="*/ 484 h 1123"/>
              <a:gd name="T12" fmla="*/ 733 w 1364"/>
              <a:gd name="T13" fmla="*/ 828 h 1123"/>
              <a:gd name="T14" fmla="*/ 1158 w 1364"/>
              <a:gd name="T15" fmla="*/ 621 h 1123"/>
              <a:gd name="T16" fmla="*/ 720 w 1364"/>
              <a:gd name="T17" fmla="*/ 805 h 1123"/>
              <a:gd name="T18" fmla="*/ 1001 w 1364"/>
              <a:gd name="T19" fmla="*/ 579 h 1123"/>
              <a:gd name="T20" fmla="*/ 990 w 1364"/>
              <a:gd name="T21" fmla="*/ 441 h 1123"/>
              <a:gd name="T22" fmla="*/ 284 w 1364"/>
              <a:gd name="T23" fmla="*/ 432 h 1123"/>
              <a:gd name="T24" fmla="*/ 71 w 1364"/>
              <a:gd name="T25" fmla="*/ 478 h 1123"/>
              <a:gd name="T26" fmla="*/ 720 w 1364"/>
              <a:gd name="T27" fmla="*/ 1101 h 1123"/>
              <a:gd name="T28" fmla="*/ 57 w 1364"/>
              <a:gd name="T29" fmla="*/ 780 h 1123"/>
              <a:gd name="T30" fmla="*/ 733 w 1364"/>
              <a:gd name="T31" fmla="*/ 1123 h 1123"/>
              <a:gd name="T32" fmla="*/ 1158 w 1364"/>
              <a:gd name="T33" fmla="*/ 917 h 1123"/>
              <a:gd name="T34" fmla="*/ 720 w 1364"/>
              <a:gd name="T35" fmla="*/ 1101 h 1123"/>
              <a:gd name="T36" fmla="*/ 1067 w 1364"/>
              <a:gd name="T37" fmla="*/ 344 h 1123"/>
              <a:gd name="T38" fmla="*/ 1056 w 1364"/>
              <a:gd name="T39" fmla="*/ 368 h 1123"/>
              <a:gd name="T40" fmla="*/ 1063 w 1364"/>
              <a:gd name="T41" fmla="*/ 404 h 1123"/>
              <a:gd name="T42" fmla="*/ 1035 w 1364"/>
              <a:gd name="T43" fmla="*/ 562 h 1123"/>
              <a:gd name="T44" fmla="*/ 1115 w 1364"/>
              <a:gd name="T45" fmla="*/ 422 h 1123"/>
              <a:gd name="T46" fmla="*/ 1106 w 1364"/>
              <a:gd name="T47" fmla="*/ 389 h 1123"/>
              <a:gd name="T48" fmla="*/ 1114 w 1364"/>
              <a:gd name="T49" fmla="*/ 352 h 1123"/>
              <a:gd name="T50" fmla="*/ 1104 w 1364"/>
              <a:gd name="T51" fmla="*/ 226 h 1123"/>
              <a:gd name="T52" fmla="*/ 1356 w 1364"/>
              <a:gd name="T53" fmla="*/ 174 h 1123"/>
              <a:gd name="T54" fmla="*/ 773 w 1364"/>
              <a:gd name="T55" fmla="*/ 4 h 1123"/>
              <a:gd name="T56" fmla="*/ 413 w 1364"/>
              <a:gd name="T57" fmla="*/ 28 h 1123"/>
              <a:gd name="T58" fmla="*/ 11 w 1364"/>
              <a:gd name="T59" fmla="*/ 76 h 1123"/>
              <a:gd name="T60" fmla="*/ 480 w 1364"/>
              <a:gd name="T61" fmla="*/ 323 h 1123"/>
              <a:gd name="T62" fmla="*/ 1039 w 1364"/>
              <a:gd name="T63" fmla="*/ 238 h 1123"/>
              <a:gd name="T64" fmla="*/ 628 w 1364"/>
              <a:gd name="T65" fmla="*/ 161 h 1123"/>
              <a:gd name="T66" fmla="*/ 1054 w 1364"/>
              <a:gd name="T67" fmla="*/ 204 h 1123"/>
              <a:gd name="T68" fmla="*/ 961 w 1364"/>
              <a:gd name="T69" fmla="*/ 281 h 1123"/>
              <a:gd name="T70" fmla="*/ 315 w 1364"/>
              <a:gd name="T71" fmla="*/ 432 h 1123"/>
              <a:gd name="T72" fmla="*/ 466 w 1364"/>
              <a:gd name="T73" fmla="*/ 350 h 1123"/>
              <a:gd name="T74" fmla="*/ 961 w 1364"/>
              <a:gd name="T75" fmla="*/ 281 h 1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364" h="1123">
                <a:moveTo>
                  <a:pt x="717" y="953"/>
                </a:moveTo>
                <a:cubicBezTo>
                  <a:pt x="707" y="917"/>
                  <a:pt x="707" y="881"/>
                  <a:pt x="725" y="847"/>
                </a:cubicBezTo>
                <a:lnTo>
                  <a:pt x="54" y="632"/>
                </a:lnTo>
                <a:cubicBezTo>
                  <a:pt x="28" y="665"/>
                  <a:pt x="21" y="710"/>
                  <a:pt x="51" y="757"/>
                </a:cubicBezTo>
                <a:lnTo>
                  <a:pt x="730" y="975"/>
                </a:lnTo>
                <a:lnTo>
                  <a:pt x="1159" y="786"/>
                </a:lnTo>
                <a:cubicBezTo>
                  <a:pt x="1170" y="781"/>
                  <a:pt x="1169" y="773"/>
                  <a:pt x="1155" y="768"/>
                </a:cubicBezTo>
                <a:lnTo>
                  <a:pt x="1143" y="765"/>
                </a:lnTo>
                <a:lnTo>
                  <a:pt x="717" y="953"/>
                </a:lnTo>
                <a:close/>
                <a:moveTo>
                  <a:pt x="720" y="805"/>
                </a:moveTo>
                <a:cubicBezTo>
                  <a:pt x="710" y="770"/>
                  <a:pt x="710" y="734"/>
                  <a:pt x="729" y="700"/>
                </a:cubicBezTo>
                <a:lnTo>
                  <a:pt x="57" y="484"/>
                </a:lnTo>
                <a:cubicBezTo>
                  <a:pt x="31" y="518"/>
                  <a:pt x="24" y="563"/>
                  <a:pt x="55" y="610"/>
                </a:cubicBezTo>
                <a:lnTo>
                  <a:pt x="733" y="828"/>
                </a:lnTo>
                <a:lnTo>
                  <a:pt x="1162" y="639"/>
                </a:lnTo>
                <a:cubicBezTo>
                  <a:pt x="1174" y="633"/>
                  <a:pt x="1172" y="626"/>
                  <a:pt x="1158" y="621"/>
                </a:cubicBezTo>
                <a:lnTo>
                  <a:pt x="1146" y="617"/>
                </a:lnTo>
                <a:lnTo>
                  <a:pt x="720" y="805"/>
                </a:lnTo>
                <a:close/>
                <a:moveTo>
                  <a:pt x="742" y="694"/>
                </a:moveTo>
                <a:lnTo>
                  <a:pt x="1001" y="579"/>
                </a:lnTo>
                <a:lnTo>
                  <a:pt x="1021" y="451"/>
                </a:lnTo>
                <a:lnTo>
                  <a:pt x="990" y="441"/>
                </a:lnTo>
                <a:cubicBezTo>
                  <a:pt x="976" y="548"/>
                  <a:pt x="711" y="556"/>
                  <a:pt x="638" y="556"/>
                </a:cubicBezTo>
                <a:cubicBezTo>
                  <a:pt x="562" y="556"/>
                  <a:pt x="284" y="548"/>
                  <a:pt x="284" y="432"/>
                </a:cubicBezTo>
                <a:lnTo>
                  <a:pt x="284" y="384"/>
                </a:lnTo>
                <a:lnTo>
                  <a:pt x="71" y="478"/>
                </a:lnTo>
                <a:lnTo>
                  <a:pt x="742" y="694"/>
                </a:lnTo>
                <a:close/>
                <a:moveTo>
                  <a:pt x="720" y="1101"/>
                </a:moveTo>
                <a:cubicBezTo>
                  <a:pt x="710" y="1066"/>
                  <a:pt x="710" y="1030"/>
                  <a:pt x="728" y="995"/>
                </a:cubicBezTo>
                <a:lnTo>
                  <a:pt x="57" y="780"/>
                </a:lnTo>
                <a:cubicBezTo>
                  <a:pt x="31" y="814"/>
                  <a:pt x="24" y="858"/>
                  <a:pt x="54" y="906"/>
                </a:cubicBezTo>
                <a:lnTo>
                  <a:pt x="733" y="1123"/>
                </a:lnTo>
                <a:lnTo>
                  <a:pt x="1162" y="934"/>
                </a:lnTo>
                <a:cubicBezTo>
                  <a:pt x="1173" y="929"/>
                  <a:pt x="1171" y="921"/>
                  <a:pt x="1158" y="917"/>
                </a:cubicBezTo>
                <a:lnTo>
                  <a:pt x="1146" y="913"/>
                </a:lnTo>
                <a:lnTo>
                  <a:pt x="720" y="1101"/>
                </a:lnTo>
                <a:close/>
                <a:moveTo>
                  <a:pt x="1067" y="219"/>
                </a:moveTo>
                <a:lnTo>
                  <a:pt x="1067" y="344"/>
                </a:lnTo>
                <a:cubicBezTo>
                  <a:pt x="1062" y="345"/>
                  <a:pt x="1058" y="348"/>
                  <a:pt x="1058" y="352"/>
                </a:cubicBezTo>
                <a:lnTo>
                  <a:pt x="1056" y="368"/>
                </a:lnTo>
                <a:cubicBezTo>
                  <a:pt x="1056" y="378"/>
                  <a:pt x="1065" y="382"/>
                  <a:pt x="1064" y="389"/>
                </a:cubicBezTo>
                <a:lnTo>
                  <a:pt x="1063" y="404"/>
                </a:lnTo>
                <a:cubicBezTo>
                  <a:pt x="1063" y="410"/>
                  <a:pt x="1057" y="415"/>
                  <a:pt x="1056" y="422"/>
                </a:cubicBezTo>
                <a:lnTo>
                  <a:pt x="1035" y="562"/>
                </a:lnTo>
                <a:cubicBezTo>
                  <a:pt x="1043" y="579"/>
                  <a:pt x="1127" y="579"/>
                  <a:pt x="1136" y="562"/>
                </a:cubicBezTo>
                <a:lnTo>
                  <a:pt x="1115" y="422"/>
                </a:lnTo>
                <a:cubicBezTo>
                  <a:pt x="1114" y="415"/>
                  <a:pt x="1108" y="410"/>
                  <a:pt x="1107" y="404"/>
                </a:cubicBezTo>
                <a:lnTo>
                  <a:pt x="1106" y="389"/>
                </a:lnTo>
                <a:cubicBezTo>
                  <a:pt x="1106" y="381"/>
                  <a:pt x="1115" y="379"/>
                  <a:pt x="1115" y="369"/>
                </a:cubicBezTo>
                <a:lnTo>
                  <a:pt x="1114" y="352"/>
                </a:lnTo>
                <a:cubicBezTo>
                  <a:pt x="1113" y="347"/>
                  <a:pt x="1109" y="344"/>
                  <a:pt x="1104" y="344"/>
                </a:cubicBezTo>
                <a:cubicBezTo>
                  <a:pt x="1104" y="218"/>
                  <a:pt x="1104" y="362"/>
                  <a:pt x="1104" y="226"/>
                </a:cubicBezTo>
                <a:lnTo>
                  <a:pt x="1356" y="183"/>
                </a:lnTo>
                <a:cubicBezTo>
                  <a:pt x="1362" y="182"/>
                  <a:pt x="1364" y="177"/>
                  <a:pt x="1356" y="174"/>
                </a:cubicBezTo>
                <a:cubicBezTo>
                  <a:pt x="1235" y="139"/>
                  <a:pt x="1125" y="107"/>
                  <a:pt x="1024" y="77"/>
                </a:cubicBezTo>
                <a:cubicBezTo>
                  <a:pt x="934" y="51"/>
                  <a:pt x="850" y="26"/>
                  <a:pt x="773" y="4"/>
                </a:cubicBezTo>
                <a:cubicBezTo>
                  <a:pt x="759" y="0"/>
                  <a:pt x="750" y="0"/>
                  <a:pt x="736" y="1"/>
                </a:cubicBezTo>
                <a:cubicBezTo>
                  <a:pt x="635" y="9"/>
                  <a:pt x="527" y="18"/>
                  <a:pt x="413" y="28"/>
                </a:cubicBezTo>
                <a:cubicBezTo>
                  <a:pt x="289" y="39"/>
                  <a:pt x="155" y="50"/>
                  <a:pt x="12" y="62"/>
                </a:cubicBezTo>
                <a:cubicBezTo>
                  <a:pt x="0" y="64"/>
                  <a:pt x="3" y="73"/>
                  <a:pt x="11" y="76"/>
                </a:cubicBezTo>
                <a:cubicBezTo>
                  <a:pt x="68" y="106"/>
                  <a:pt x="130" y="139"/>
                  <a:pt x="198" y="175"/>
                </a:cubicBezTo>
                <a:cubicBezTo>
                  <a:pt x="281" y="219"/>
                  <a:pt x="374" y="268"/>
                  <a:pt x="480" y="323"/>
                </a:cubicBezTo>
                <a:cubicBezTo>
                  <a:pt x="489" y="328"/>
                  <a:pt x="508" y="330"/>
                  <a:pt x="523" y="327"/>
                </a:cubicBezTo>
                <a:cubicBezTo>
                  <a:pt x="695" y="298"/>
                  <a:pt x="867" y="268"/>
                  <a:pt x="1039" y="238"/>
                </a:cubicBezTo>
                <a:cubicBezTo>
                  <a:pt x="1038" y="232"/>
                  <a:pt x="1036" y="229"/>
                  <a:pt x="1029" y="227"/>
                </a:cubicBezTo>
                <a:lnTo>
                  <a:pt x="628" y="161"/>
                </a:lnTo>
                <a:cubicBezTo>
                  <a:pt x="593" y="156"/>
                  <a:pt x="599" y="131"/>
                  <a:pt x="619" y="134"/>
                </a:cubicBezTo>
                <a:lnTo>
                  <a:pt x="1054" y="204"/>
                </a:lnTo>
                <a:cubicBezTo>
                  <a:pt x="1062" y="206"/>
                  <a:pt x="1066" y="211"/>
                  <a:pt x="1067" y="219"/>
                </a:cubicBezTo>
                <a:close/>
                <a:moveTo>
                  <a:pt x="961" y="281"/>
                </a:moveTo>
                <a:lnTo>
                  <a:pt x="961" y="432"/>
                </a:lnTo>
                <a:cubicBezTo>
                  <a:pt x="961" y="557"/>
                  <a:pt x="315" y="557"/>
                  <a:pt x="315" y="432"/>
                </a:cubicBezTo>
                <a:lnTo>
                  <a:pt x="315" y="270"/>
                </a:lnTo>
                <a:cubicBezTo>
                  <a:pt x="365" y="296"/>
                  <a:pt x="415" y="323"/>
                  <a:pt x="466" y="350"/>
                </a:cubicBezTo>
                <a:cubicBezTo>
                  <a:pt x="483" y="359"/>
                  <a:pt x="509" y="360"/>
                  <a:pt x="528" y="357"/>
                </a:cubicBezTo>
                <a:cubicBezTo>
                  <a:pt x="672" y="331"/>
                  <a:pt x="816" y="306"/>
                  <a:pt x="961" y="281"/>
                </a:cubicBezTo>
                <a:close/>
              </a:path>
            </a:pathLst>
          </a:custGeom>
          <a:solidFill>
            <a:srgbClr val="4F80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79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33350"/>
            <a:ext cx="171450" cy="51435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1214120" y="1927225"/>
            <a:ext cx="9723755" cy="4053840"/>
            <a:chOff x="1912" y="3035"/>
            <a:chExt cx="15313" cy="6384"/>
          </a:xfrm>
        </p:grpSpPr>
        <p:grpSp>
          <p:nvGrpSpPr>
            <p:cNvPr id="6" name="Group 3"/>
            <p:cNvGrpSpPr/>
            <p:nvPr/>
          </p:nvGrpSpPr>
          <p:grpSpPr>
            <a:xfrm>
              <a:off x="6465" y="3035"/>
              <a:ext cx="6384" cy="6384"/>
              <a:chOff x="3386666" y="719666"/>
              <a:chExt cx="5418667" cy="5418667"/>
            </a:xfrm>
          </p:grpSpPr>
          <p:sp>
            <p:nvSpPr>
              <p:cNvPr id="8" name="Diamond 4"/>
              <p:cNvSpPr/>
              <p:nvPr/>
            </p:nvSpPr>
            <p:spPr>
              <a:xfrm>
                <a:off x="3386666" y="719666"/>
                <a:ext cx="5418667" cy="5418667"/>
              </a:xfrm>
              <a:prstGeom prst="diamond">
                <a:avLst/>
              </a:prstGeom>
              <a:solidFill>
                <a:sysClr val="window" lastClr="FFFFFF">
                  <a:lumMod val="75000"/>
                  <a:alpha val="90000"/>
                </a:sysClr>
              </a:solidFill>
              <a:effectLst/>
            </p:spPr>
            <p:txBody>
              <a:bodyPr/>
              <a:lstStyle/>
              <a:p>
                <a:endParaRPr lang="zh-CN" altLang="en-US" sz="1320"/>
              </a:p>
            </p:txBody>
          </p:sp>
          <p:sp>
            <p:nvSpPr>
              <p:cNvPr id="11" name="Freeform 5"/>
              <p:cNvSpPr/>
              <p:nvPr/>
            </p:nvSpPr>
            <p:spPr>
              <a:xfrm>
                <a:off x="3901439" y="1234439"/>
                <a:ext cx="2113280" cy="2113280"/>
              </a:xfrm>
              <a:custGeom>
                <a:avLst/>
                <a:gdLst>
                  <a:gd name="connsiteX0" fmla="*/ 0 w 2113280"/>
                  <a:gd name="connsiteY0" fmla="*/ 352220 h 2113280"/>
                  <a:gd name="connsiteX1" fmla="*/ 352220 w 2113280"/>
                  <a:gd name="connsiteY1" fmla="*/ 0 h 2113280"/>
                  <a:gd name="connsiteX2" fmla="*/ 1761060 w 2113280"/>
                  <a:gd name="connsiteY2" fmla="*/ 0 h 2113280"/>
                  <a:gd name="connsiteX3" fmla="*/ 2113280 w 2113280"/>
                  <a:gd name="connsiteY3" fmla="*/ 352220 h 2113280"/>
                  <a:gd name="connsiteX4" fmla="*/ 2113280 w 2113280"/>
                  <a:gd name="connsiteY4" fmla="*/ 1761060 h 2113280"/>
                  <a:gd name="connsiteX5" fmla="*/ 1761060 w 2113280"/>
                  <a:gd name="connsiteY5" fmla="*/ 2113280 h 2113280"/>
                  <a:gd name="connsiteX6" fmla="*/ 352220 w 2113280"/>
                  <a:gd name="connsiteY6" fmla="*/ 2113280 h 2113280"/>
                  <a:gd name="connsiteX7" fmla="*/ 0 w 2113280"/>
                  <a:gd name="connsiteY7" fmla="*/ 1761060 h 2113280"/>
                  <a:gd name="connsiteX8" fmla="*/ 0 w 2113280"/>
                  <a:gd name="connsiteY8" fmla="*/ 352220 h 211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13280" h="2113280">
                    <a:moveTo>
                      <a:pt x="0" y="352220"/>
                    </a:moveTo>
                    <a:cubicBezTo>
                      <a:pt x="0" y="157694"/>
                      <a:pt x="157694" y="0"/>
                      <a:pt x="352220" y="0"/>
                    </a:cubicBezTo>
                    <a:lnTo>
                      <a:pt x="1761060" y="0"/>
                    </a:lnTo>
                    <a:cubicBezTo>
                      <a:pt x="1955586" y="0"/>
                      <a:pt x="2113280" y="157694"/>
                      <a:pt x="2113280" y="352220"/>
                    </a:cubicBezTo>
                    <a:lnTo>
                      <a:pt x="2113280" y="1761060"/>
                    </a:lnTo>
                    <a:cubicBezTo>
                      <a:pt x="2113280" y="1955586"/>
                      <a:pt x="1955586" y="2113280"/>
                      <a:pt x="1761060" y="2113280"/>
                    </a:cubicBezTo>
                    <a:lnTo>
                      <a:pt x="352220" y="2113280"/>
                    </a:lnTo>
                    <a:cubicBezTo>
                      <a:pt x="157694" y="2113280"/>
                      <a:pt x="0" y="1955586"/>
                      <a:pt x="0" y="1761060"/>
                    </a:cubicBezTo>
                    <a:lnTo>
                      <a:pt x="0" y="352220"/>
                    </a:lnTo>
                    <a:close/>
                  </a:path>
                </a:pathLst>
              </a:custGeom>
              <a:solidFill>
                <a:srgbClr val="4F80B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299987" tIns="299987" rIns="299987" bIns="299987" numCol="1" spcCol="1270" anchor="ctr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9pPr>
              </a:lstStyle>
              <a:p>
                <a:pPr algn="ctr" defTabSz="169926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965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Freeform 6"/>
              <p:cNvSpPr/>
              <p:nvPr/>
            </p:nvSpPr>
            <p:spPr>
              <a:xfrm>
                <a:off x="6177280" y="1234439"/>
                <a:ext cx="2113280" cy="2113280"/>
              </a:xfrm>
              <a:custGeom>
                <a:avLst/>
                <a:gdLst>
                  <a:gd name="connsiteX0" fmla="*/ 0 w 2113280"/>
                  <a:gd name="connsiteY0" fmla="*/ 352220 h 2113280"/>
                  <a:gd name="connsiteX1" fmla="*/ 352220 w 2113280"/>
                  <a:gd name="connsiteY1" fmla="*/ 0 h 2113280"/>
                  <a:gd name="connsiteX2" fmla="*/ 1761060 w 2113280"/>
                  <a:gd name="connsiteY2" fmla="*/ 0 h 2113280"/>
                  <a:gd name="connsiteX3" fmla="*/ 2113280 w 2113280"/>
                  <a:gd name="connsiteY3" fmla="*/ 352220 h 2113280"/>
                  <a:gd name="connsiteX4" fmla="*/ 2113280 w 2113280"/>
                  <a:gd name="connsiteY4" fmla="*/ 1761060 h 2113280"/>
                  <a:gd name="connsiteX5" fmla="*/ 1761060 w 2113280"/>
                  <a:gd name="connsiteY5" fmla="*/ 2113280 h 2113280"/>
                  <a:gd name="connsiteX6" fmla="*/ 352220 w 2113280"/>
                  <a:gd name="connsiteY6" fmla="*/ 2113280 h 2113280"/>
                  <a:gd name="connsiteX7" fmla="*/ 0 w 2113280"/>
                  <a:gd name="connsiteY7" fmla="*/ 1761060 h 2113280"/>
                  <a:gd name="connsiteX8" fmla="*/ 0 w 2113280"/>
                  <a:gd name="connsiteY8" fmla="*/ 352220 h 211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13280" h="2113280">
                    <a:moveTo>
                      <a:pt x="0" y="352220"/>
                    </a:moveTo>
                    <a:cubicBezTo>
                      <a:pt x="0" y="157694"/>
                      <a:pt x="157694" y="0"/>
                      <a:pt x="352220" y="0"/>
                    </a:cubicBezTo>
                    <a:lnTo>
                      <a:pt x="1761060" y="0"/>
                    </a:lnTo>
                    <a:cubicBezTo>
                      <a:pt x="1955586" y="0"/>
                      <a:pt x="2113280" y="157694"/>
                      <a:pt x="2113280" y="352220"/>
                    </a:cubicBezTo>
                    <a:lnTo>
                      <a:pt x="2113280" y="1761060"/>
                    </a:lnTo>
                    <a:cubicBezTo>
                      <a:pt x="2113280" y="1955586"/>
                      <a:pt x="1955586" y="2113280"/>
                      <a:pt x="1761060" y="2113280"/>
                    </a:cubicBezTo>
                    <a:lnTo>
                      <a:pt x="352220" y="2113280"/>
                    </a:lnTo>
                    <a:cubicBezTo>
                      <a:pt x="157694" y="2113280"/>
                      <a:pt x="0" y="1955586"/>
                      <a:pt x="0" y="1761060"/>
                    </a:cubicBezTo>
                    <a:lnTo>
                      <a:pt x="0" y="352220"/>
                    </a:lnTo>
                    <a:close/>
                  </a:path>
                </a:pathLst>
              </a:custGeom>
              <a:solidFill>
                <a:srgbClr val="00B0F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299987" tIns="299987" rIns="299987" bIns="299987" numCol="1" spcCol="1270" anchor="ctr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9pPr>
              </a:lstStyle>
              <a:p>
                <a:pPr algn="ctr" defTabSz="169926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965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Freeform 8"/>
              <p:cNvSpPr/>
              <p:nvPr/>
            </p:nvSpPr>
            <p:spPr>
              <a:xfrm>
                <a:off x="6177280" y="3510279"/>
                <a:ext cx="2113280" cy="2113280"/>
              </a:xfrm>
              <a:custGeom>
                <a:avLst/>
                <a:gdLst>
                  <a:gd name="connsiteX0" fmla="*/ 0 w 2113280"/>
                  <a:gd name="connsiteY0" fmla="*/ 352220 h 2113280"/>
                  <a:gd name="connsiteX1" fmla="*/ 352220 w 2113280"/>
                  <a:gd name="connsiteY1" fmla="*/ 0 h 2113280"/>
                  <a:gd name="connsiteX2" fmla="*/ 1761060 w 2113280"/>
                  <a:gd name="connsiteY2" fmla="*/ 0 h 2113280"/>
                  <a:gd name="connsiteX3" fmla="*/ 2113280 w 2113280"/>
                  <a:gd name="connsiteY3" fmla="*/ 352220 h 2113280"/>
                  <a:gd name="connsiteX4" fmla="*/ 2113280 w 2113280"/>
                  <a:gd name="connsiteY4" fmla="*/ 1761060 h 2113280"/>
                  <a:gd name="connsiteX5" fmla="*/ 1761060 w 2113280"/>
                  <a:gd name="connsiteY5" fmla="*/ 2113280 h 2113280"/>
                  <a:gd name="connsiteX6" fmla="*/ 352220 w 2113280"/>
                  <a:gd name="connsiteY6" fmla="*/ 2113280 h 2113280"/>
                  <a:gd name="connsiteX7" fmla="*/ 0 w 2113280"/>
                  <a:gd name="connsiteY7" fmla="*/ 1761060 h 2113280"/>
                  <a:gd name="connsiteX8" fmla="*/ 0 w 2113280"/>
                  <a:gd name="connsiteY8" fmla="*/ 352220 h 211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13280" h="2113280">
                    <a:moveTo>
                      <a:pt x="0" y="352220"/>
                    </a:moveTo>
                    <a:cubicBezTo>
                      <a:pt x="0" y="157694"/>
                      <a:pt x="157694" y="0"/>
                      <a:pt x="352220" y="0"/>
                    </a:cubicBezTo>
                    <a:lnTo>
                      <a:pt x="1761060" y="0"/>
                    </a:lnTo>
                    <a:cubicBezTo>
                      <a:pt x="1955586" y="0"/>
                      <a:pt x="2113280" y="157694"/>
                      <a:pt x="2113280" y="352220"/>
                    </a:cubicBezTo>
                    <a:lnTo>
                      <a:pt x="2113280" y="1761060"/>
                    </a:lnTo>
                    <a:cubicBezTo>
                      <a:pt x="2113280" y="1955586"/>
                      <a:pt x="1955586" y="2113280"/>
                      <a:pt x="1761060" y="2113280"/>
                    </a:cubicBezTo>
                    <a:lnTo>
                      <a:pt x="352220" y="2113280"/>
                    </a:lnTo>
                    <a:cubicBezTo>
                      <a:pt x="157694" y="2113280"/>
                      <a:pt x="0" y="1955586"/>
                      <a:pt x="0" y="1761060"/>
                    </a:cubicBezTo>
                    <a:lnTo>
                      <a:pt x="0" y="352220"/>
                    </a:lnTo>
                    <a:close/>
                  </a:path>
                </a:pathLst>
              </a:custGeom>
              <a:solidFill>
                <a:srgbClr val="4F80B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299987" tIns="299987" rIns="299987" bIns="299987" numCol="1" spcCol="1270" anchor="ctr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Calibri" panose="020F0502020204030204"/>
                    <a:ea typeface="+mn-ea"/>
                    <a:cs typeface="+mn-ea"/>
                  </a:defRPr>
                </a:lvl9pPr>
              </a:lstStyle>
              <a:p>
                <a:pPr algn="ctr" defTabSz="169926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965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1912" y="4744"/>
              <a:ext cx="15313" cy="4070"/>
              <a:chOff x="1192893" y="3010090"/>
              <a:chExt cx="9765473" cy="2595272"/>
            </a:xfrm>
          </p:grpSpPr>
          <p:grpSp>
            <p:nvGrpSpPr>
              <p:cNvPr id="16" name="组合 15"/>
              <p:cNvGrpSpPr/>
              <p:nvPr/>
            </p:nvGrpSpPr>
            <p:grpSpPr>
              <a:xfrm>
                <a:off x="8105836" y="3010091"/>
                <a:ext cx="2852530" cy="917828"/>
                <a:chOff x="7774462" y="2224632"/>
                <a:chExt cx="2852530" cy="917828"/>
              </a:xfrm>
            </p:grpSpPr>
            <p:sp>
              <p:nvSpPr>
                <p:cNvPr id="19" name="文本框 18"/>
                <p:cNvSpPr txBox="1"/>
                <p:nvPr/>
              </p:nvSpPr>
              <p:spPr>
                <a:xfrm>
                  <a:off x="7774464" y="2612818"/>
                  <a:ext cx="2629627" cy="5296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Định </a:t>
                  </a:r>
                  <a:r>
                    <a:rPr lang="en-US" altLang="zh-C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dạng</a:t>
                  </a:r>
                  <a:r>
                    <a:rPr lang="en-US" altLang="zh-C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zh-C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cách</a:t>
                  </a:r>
                  <a:r>
                    <a:rPr lang="en-US" altLang="zh-C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zh-C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hiển</a:t>
                  </a:r>
                  <a:r>
                    <a:rPr lang="en-US" altLang="zh-C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zh-C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thị</a:t>
                  </a:r>
                  <a:r>
                    <a:rPr lang="en-US" altLang="zh-C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zh-C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phần</a:t>
                  </a:r>
                  <a:r>
                    <a:rPr lang="en-US" altLang="zh-C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zh-C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tử</a:t>
                  </a:r>
                  <a:r>
                    <a:rPr lang="en-US" altLang="zh-C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HTML, </a:t>
                  </a:r>
                  <a:r>
                    <a:rPr lang="en-US" altLang="zh-C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thiết</a:t>
                  </a:r>
                  <a:r>
                    <a:rPr lang="en-US" altLang="zh-C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zh-C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kế</a:t>
                  </a:r>
                  <a:r>
                    <a:rPr lang="en-US" altLang="zh-C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zh-C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giao</a:t>
                  </a:r>
                  <a:r>
                    <a:rPr lang="en-US" altLang="zh-C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zh-C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diện</a:t>
                  </a:r>
                  <a:r>
                    <a:rPr lang="en-US" altLang="zh-C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zh-C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đẹp</a:t>
                  </a:r>
                  <a:r>
                    <a:rPr lang="en-US" altLang="zh-C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zh-C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mắt</a:t>
                  </a:r>
                  <a:endParaRPr lang="zh-CN" altLang="en-US" sz="1220" dirty="0">
                    <a:solidFill>
                      <a:srgbClr val="1B3049"/>
                    </a:solidFill>
                  </a:endParaRPr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7774462" y="2224632"/>
                  <a:ext cx="2852530" cy="467139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t">
                  <a:normAutofit/>
                </a:bodyPr>
                <a:lstStyle/>
                <a:p>
                  <a:r>
                    <a:rPr lang="en-US" altLang="vi-VN" sz="1355" b="1" dirty="0">
                      <a:solidFill>
                        <a:srgbClr val="C00000"/>
                      </a:solidFill>
                      <a:latin typeface="Noto Sans"/>
                      <a:ea typeface="Noto Sans"/>
                      <a:cs typeface="Open Sans" panose="020B0606030504020204" pitchFamily="34" charset="0"/>
                    </a:rPr>
                    <a:t>CSS</a:t>
                  </a:r>
                  <a:endParaRPr lang="en-US" altLang="zh-CN" sz="1355" b="1" dirty="0">
                    <a:solidFill>
                      <a:srgbClr val="C00000"/>
                    </a:solidFill>
                    <a:latin typeface="+mn-ea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1192893" y="3010090"/>
                <a:ext cx="2852530" cy="1140952"/>
                <a:chOff x="1496207" y="2224632"/>
                <a:chExt cx="2852530" cy="1140952"/>
              </a:xfrm>
            </p:grpSpPr>
            <p:sp>
              <p:nvSpPr>
                <p:cNvPr id="18" name="文本框 17"/>
                <p:cNvSpPr txBox="1"/>
                <p:nvPr/>
              </p:nvSpPr>
              <p:spPr>
                <a:xfrm>
                  <a:off x="1894202" y="2612816"/>
                  <a:ext cx="2454535" cy="7527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Xây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dựng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khung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website, </a:t>
                  </a: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xác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định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bố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cục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, </a:t>
                  </a: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cấu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trúc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nội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dung </a:t>
                  </a: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của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website </a:t>
                  </a:r>
                  <a:endParaRPr lang="zh-CN" altLang="en-US" sz="1190" dirty="0"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endParaRPr>
                </a:p>
              </p:txBody>
            </p:sp>
            <p:sp>
              <p:nvSpPr>
                <p:cNvPr id="21" name="矩形 20"/>
                <p:cNvSpPr/>
                <p:nvPr/>
              </p:nvSpPr>
              <p:spPr>
                <a:xfrm>
                  <a:off x="1496207" y="2224632"/>
                  <a:ext cx="2852530" cy="467139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t">
                  <a:normAutofit/>
                </a:bodyPr>
                <a:lstStyle/>
                <a:p>
                  <a:pPr algn="r"/>
                  <a:r>
                    <a:rPr lang="en-US" altLang="vi-VN" sz="1355" b="1" dirty="0">
                      <a:solidFill>
                        <a:srgbClr val="C00000"/>
                      </a:solidFill>
                      <a:latin typeface="Noto Sans"/>
                      <a:ea typeface="Noto Sans"/>
                      <a:cs typeface="Open Sans" panose="020B0606030504020204" pitchFamily="34" charset="0"/>
                    </a:rPr>
                    <a:t>HTML</a:t>
                  </a:r>
                  <a:endParaRPr lang="en-US" altLang="zh-CN" sz="1355" b="1" dirty="0">
                    <a:solidFill>
                      <a:srgbClr val="C00000"/>
                    </a:solidFill>
                    <a:latin typeface="+mn-ea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8105836" y="4228118"/>
                <a:ext cx="2852530" cy="1218026"/>
                <a:chOff x="7774462" y="2224632"/>
                <a:chExt cx="2852530" cy="1218026"/>
              </a:xfrm>
            </p:grpSpPr>
            <p:sp>
              <p:nvSpPr>
                <p:cNvPr id="23" name="文本框 22"/>
                <p:cNvSpPr txBox="1"/>
                <p:nvPr/>
              </p:nvSpPr>
              <p:spPr>
                <a:xfrm>
                  <a:off x="7774464" y="2612815"/>
                  <a:ext cx="2779827" cy="8298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Framework </a:t>
                  </a: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xây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dựng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website </a:t>
                  </a: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hiện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đại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, </a:t>
                  </a: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cung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cấp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các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công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cụ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xây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dựng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và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quản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vi-V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lý</a:t>
                  </a:r>
                  <a:r>
                    <a:rPr lang="en-US" altLang="vi-V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website</a:t>
                  </a:r>
                  <a:endParaRPr lang="zh-CN" altLang="en-US" sz="1220" dirty="0">
                    <a:solidFill>
                      <a:srgbClr val="1B3049"/>
                    </a:solidFill>
                  </a:endParaRPr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7774462" y="2224632"/>
                  <a:ext cx="2852530" cy="467139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t">
                  <a:normAutofit/>
                </a:bodyPr>
                <a:lstStyle/>
                <a:p>
                  <a:r>
                    <a:rPr lang="en-US" altLang="vi-VN" sz="1355" b="1" dirty="0">
                      <a:solidFill>
                        <a:srgbClr val="C00000"/>
                      </a:solidFill>
                      <a:latin typeface="Noto Sans"/>
                      <a:ea typeface="Noto Sans"/>
                      <a:cs typeface="Open Sans" panose="020B0606030504020204" pitchFamily="34" charset="0"/>
                    </a:rPr>
                    <a:t>Angular</a:t>
                  </a:r>
                  <a:endParaRPr lang="en-US" altLang="zh-CN" sz="1355" b="1" dirty="0">
                    <a:solidFill>
                      <a:srgbClr val="C00000"/>
                    </a:solidFill>
                    <a:latin typeface="+mn-ea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25" name="组合 24"/>
              <p:cNvGrpSpPr/>
              <p:nvPr/>
            </p:nvGrpSpPr>
            <p:grpSpPr>
              <a:xfrm>
                <a:off x="1192893" y="4228119"/>
                <a:ext cx="2852531" cy="1377243"/>
                <a:chOff x="1496207" y="2224632"/>
                <a:chExt cx="2852531" cy="1377243"/>
              </a:xfrm>
            </p:grpSpPr>
            <p:sp>
              <p:nvSpPr>
                <p:cNvPr id="27" name="文本框 26"/>
                <p:cNvSpPr txBox="1"/>
                <p:nvPr/>
              </p:nvSpPr>
              <p:spPr>
                <a:xfrm>
                  <a:off x="1609084" y="2612815"/>
                  <a:ext cx="2739654" cy="9890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en-US" altLang="zh-C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Xử</a:t>
                  </a:r>
                  <a:r>
                    <a:rPr lang="en-US" altLang="zh-C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zh-C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lý</a:t>
                  </a:r>
                  <a:r>
                    <a:rPr lang="en-US" altLang="zh-C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logic front-end, binding data </a:t>
                  </a:r>
                  <a:r>
                    <a:rPr lang="en-US" altLang="zh-C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với</a:t>
                  </a:r>
                  <a:r>
                    <a:rPr lang="en-US" altLang="zh-C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HTML, </a:t>
                  </a:r>
                  <a:r>
                    <a:rPr lang="en-US" altLang="zh-C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xây</a:t>
                  </a:r>
                  <a:r>
                    <a:rPr lang="en-US" altLang="zh-C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zh-C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dựng</a:t>
                  </a:r>
                  <a:r>
                    <a:rPr lang="en-US" altLang="zh-C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zh-C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cấu</a:t>
                  </a:r>
                  <a:r>
                    <a:rPr lang="en-US" altLang="zh-C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</a:t>
                  </a:r>
                  <a:r>
                    <a:rPr lang="en-US" altLang="zh-CN" sz="1215" dirty="0" err="1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trúc</a:t>
                  </a:r>
                  <a:r>
                    <a:rPr lang="en-US" altLang="zh-CN" sz="1215" dirty="0">
                      <a:solidFill>
                        <a:schemeClr val="bg1"/>
                      </a:solidFill>
                      <a:latin typeface="Noto Sans"/>
                      <a:ea typeface="Noto Sans"/>
                      <a:cs typeface="+mn-ea"/>
                      <a:sym typeface="+mn-lt"/>
                    </a:rPr>
                    <a:t> component</a:t>
                  </a:r>
                  <a:endParaRPr lang="zh-CN" altLang="en-US" sz="1190" dirty="0"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endParaRPr>
                </a:p>
              </p:txBody>
            </p:sp>
            <p:sp>
              <p:nvSpPr>
                <p:cNvPr id="28" name="矩形 27"/>
                <p:cNvSpPr/>
                <p:nvPr/>
              </p:nvSpPr>
              <p:spPr>
                <a:xfrm>
                  <a:off x="1496207" y="2224632"/>
                  <a:ext cx="2852530" cy="467139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t">
                  <a:normAutofit/>
                </a:bodyPr>
                <a:lstStyle/>
                <a:p>
                  <a:pPr algn="r"/>
                  <a:r>
                    <a:rPr lang="vi-VN" dirty="0"/>
                    <a:t>Typescript </a:t>
                  </a:r>
                  <a:r>
                    <a:rPr lang="en-US" sz="1355" b="1" dirty="0">
                      <a:solidFill>
                        <a:srgbClr val="C00000"/>
                      </a:solidFill>
                      <a:latin typeface="+mn-ea"/>
                      <a:cs typeface="Open Sans" panose="020B0606030504020204" pitchFamily="34" charset="0"/>
                    </a:rPr>
                    <a:t>Typescript</a:t>
                  </a:r>
                  <a:endParaRPr lang="vi-VN" dirty="0"/>
                </a:p>
              </p:txBody>
            </p:sp>
          </p:grpSp>
        </p:grpSp>
      </p:grpSp>
      <p:sp>
        <p:nvSpPr>
          <p:cNvPr id="3" name="Rectangle 45">
            <a:extLst>
              <a:ext uri="{FF2B5EF4-FFF2-40B4-BE49-F238E27FC236}">
                <a16:creationId xmlns:a16="http://schemas.microsoft.com/office/drawing/2014/main" id="{D0612743-D87A-E018-E3A5-3FA1DD7C7D85}"/>
              </a:ext>
            </a:extLst>
          </p:cNvPr>
          <p:cNvSpPr/>
          <p:nvPr/>
        </p:nvSpPr>
        <p:spPr bwMode="auto">
          <a:xfrm>
            <a:off x="358946" y="333423"/>
            <a:ext cx="4151508" cy="314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>
            <a:normAutofit lnSpcReduction="10000"/>
          </a:bodyPr>
          <a:lstStyle/>
          <a:p>
            <a:pPr defTabSz="96774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1F497D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Bebas Neue" charset="0"/>
              </a:rPr>
              <a:t>CÔNG NGHỆ SỬ DỤNG</a:t>
            </a:r>
          </a:p>
        </p:txBody>
      </p:sp>
      <p:pic>
        <p:nvPicPr>
          <p:cNvPr id="4" name="image74.png">
            <a:extLst>
              <a:ext uri="{FF2B5EF4-FFF2-40B4-BE49-F238E27FC236}">
                <a16:creationId xmlns:a16="http://schemas.microsoft.com/office/drawing/2014/main" id="{74F8840D-D10A-AC02-A109-394D4E99781B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560570" y="2419350"/>
            <a:ext cx="1438910" cy="1438910"/>
          </a:xfrm>
          <a:prstGeom prst="rect">
            <a:avLst/>
          </a:prstGeom>
          <a:ln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C0EDA1-A723-E560-AABB-978ED1FB7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107" y="2370954"/>
            <a:ext cx="1487306" cy="148730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35A7FD0-41CB-DC08-C926-40C06EB1B6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3004" y="4046537"/>
            <a:ext cx="1586870" cy="158687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706A666-4318-B918-3039-C05AF57CBE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5933" y="847997"/>
            <a:ext cx="668963" cy="668963"/>
          </a:xfrm>
          <a:prstGeom prst="rect">
            <a:avLst/>
          </a:prstGeom>
        </p:spPr>
      </p:pic>
      <p:sp>
        <p:nvSpPr>
          <p:cNvPr id="39" name="Rectangle 45">
            <a:extLst>
              <a:ext uri="{FF2B5EF4-FFF2-40B4-BE49-F238E27FC236}">
                <a16:creationId xmlns:a16="http://schemas.microsoft.com/office/drawing/2014/main" id="{143F4543-EF85-F81A-F5B6-BCA3748E2EBA}"/>
              </a:ext>
            </a:extLst>
          </p:cNvPr>
          <p:cNvSpPr/>
          <p:nvPr/>
        </p:nvSpPr>
        <p:spPr bwMode="auto">
          <a:xfrm>
            <a:off x="2074599" y="1111021"/>
            <a:ext cx="4151508" cy="314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>
            <a:normAutofit lnSpcReduction="10000"/>
          </a:bodyPr>
          <a:lstStyle/>
          <a:p>
            <a:pPr defTabSz="96774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1F497D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Bebas Neue" charset="0"/>
              </a:rPr>
              <a:t>Front end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05C82E3-23CB-4F54-A6B9-F72F01087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3295" y="4000348"/>
            <a:ext cx="1568093" cy="1568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331EA-5324-E850-52ED-F7D3E5FA4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2349DAA-BBCA-77C5-39B6-AB5D54AB0D48}"/>
              </a:ext>
            </a:extLst>
          </p:cNvPr>
          <p:cNvSpPr/>
          <p:nvPr/>
        </p:nvSpPr>
        <p:spPr>
          <a:xfrm>
            <a:off x="0" y="133350"/>
            <a:ext cx="171450" cy="51435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3D55BA1-5C67-B143-D5F5-3AF16DCBDEB5}"/>
              </a:ext>
            </a:extLst>
          </p:cNvPr>
          <p:cNvGrpSpPr/>
          <p:nvPr/>
        </p:nvGrpSpPr>
        <p:grpSpPr>
          <a:xfrm>
            <a:off x="1407551" y="2047283"/>
            <a:ext cx="2840344" cy="1136194"/>
            <a:chOff x="1690468" y="1255434"/>
            <a:chExt cx="2852530" cy="114095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50BEEF6-FD44-8435-082A-D7AF114C9AA0}"/>
                </a:ext>
              </a:extLst>
            </p:cNvPr>
            <p:cNvSpPr txBox="1"/>
            <p:nvPr/>
          </p:nvSpPr>
          <p:spPr>
            <a:xfrm>
              <a:off x="2088463" y="1643618"/>
              <a:ext cx="2454535" cy="752768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215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Chạy</a:t>
              </a:r>
              <a:r>
                <a:rPr lang="en-US" altLang="zh-CN" sz="1215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server express, </a:t>
              </a:r>
              <a:r>
                <a:rPr lang="en-US" altLang="zh-CN" sz="1215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cấu</a:t>
              </a:r>
              <a:r>
                <a:rPr lang="en-US" altLang="zh-CN" sz="1215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215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hình</a:t>
              </a:r>
              <a:r>
                <a:rPr lang="en-US" altLang="zh-CN" sz="1215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web socket, </a:t>
              </a:r>
              <a:r>
                <a:rPr lang="en-US" altLang="zh-CN" sz="1215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kết</a:t>
              </a:r>
              <a:r>
                <a:rPr lang="en-US" altLang="zh-CN" sz="1215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215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nối</a:t>
              </a:r>
              <a:r>
                <a:rPr lang="en-US" altLang="zh-CN" sz="1215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database, </a:t>
              </a:r>
              <a:r>
                <a:rPr lang="en-US" altLang="zh-CN" sz="1215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xây</a:t>
              </a:r>
              <a:r>
                <a:rPr lang="en-US" altLang="zh-CN" sz="1215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215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dựng</a:t>
              </a:r>
              <a:r>
                <a:rPr lang="en-US" altLang="zh-CN" sz="1215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API </a:t>
              </a:r>
              <a:endParaRPr lang="zh-CN" altLang="en-US" sz="1190" dirty="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34C82B3-DB20-3752-349D-5F929B51ECF2}"/>
                </a:ext>
              </a:extLst>
            </p:cNvPr>
            <p:cNvSpPr/>
            <p:nvPr/>
          </p:nvSpPr>
          <p:spPr>
            <a:xfrm>
              <a:off x="1690468" y="1255434"/>
              <a:ext cx="2852530" cy="467139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>
              <a:normAutofit/>
            </a:bodyPr>
            <a:lstStyle/>
            <a:p>
              <a:pPr algn="r"/>
              <a:r>
                <a:rPr lang="en-US" altLang="vi-VN" sz="1355" b="1" dirty="0">
                  <a:solidFill>
                    <a:srgbClr val="C00000"/>
                  </a:solidFill>
                  <a:latin typeface="Noto Sans"/>
                  <a:ea typeface="Noto Sans"/>
                  <a:cs typeface="Open Sans" panose="020B0606030504020204" pitchFamily="34" charset="0"/>
                </a:rPr>
                <a:t>Node </a:t>
              </a:r>
              <a:r>
                <a:rPr lang="en-US" altLang="vi-VN" sz="1355" b="1" dirty="0" err="1">
                  <a:solidFill>
                    <a:srgbClr val="C00000"/>
                  </a:solidFill>
                  <a:latin typeface="Noto Sans"/>
                  <a:ea typeface="Noto Sans"/>
                  <a:cs typeface="Open Sans" panose="020B0606030504020204" pitchFamily="34" charset="0"/>
                </a:rPr>
                <a:t>Js</a:t>
              </a:r>
              <a:endParaRPr lang="en-US" altLang="zh-CN" sz="1355" b="1" dirty="0">
                <a:solidFill>
                  <a:srgbClr val="C00000"/>
                </a:solidFill>
                <a:latin typeface="+mn-ea"/>
                <a:cs typeface="Open Sans" panose="020B0606030504020204" pitchFamily="34" charset="0"/>
              </a:endParaRPr>
            </a:p>
          </p:txBody>
        </p:sp>
      </p:grpSp>
      <p:sp>
        <p:nvSpPr>
          <p:cNvPr id="3" name="Rectangle 45">
            <a:extLst>
              <a:ext uri="{FF2B5EF4-FFF2-40B4-BE49-F238E27FC236}">
                <a16:creationId xmlns:a16="http://schemas.microsoft.com/office/drawing/2014/main" id="{108C0B60-79AF-416C-1F12-D14860158AFC}"/>
              </a:ext>
            </a:extLst>
          </p:cNvPr>
          <p:cNvSpPr/>
          <p:nvPr/>
        </p:nvSpPr>
        <p:spPr bwMode="auto">
          <a:xfrm>
            <a:off x="358946" y="333423"/>
            <a:ext cx="4151508" cy="314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>
            <a:normAutofit lnSpcReduction="10000"/>
          </a:bodyPr>
          <a:lstStyle/>
          <a:p>
            <a:pPr defTabSz="96774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1F497D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Bebas Neue" charset="0"/>
              </a:rPr>
              <a:t>CÔNG NGHỆ SỬ DỤNG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E15C8D8-9210-D70D-52E6-0520E0D78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292" y="837189"/>
            <a:ext cx="675907" cy="675907"/>
          </a:xfrm>
          <a:prstGeom prst="rect">
            <a:avLst/>
          </a:prstGeom>
        </p:spPr>
      </p:pic>
      <p:sp>
        <p:nvSpPr>
          <p:cNvPr id="39" name="Rectangle 45">
            <a:extLst>
              <a:ext uri="{FF2B5EF4-FFF2-40B4-BE49-F238E27FC236}">
                <a16:creationId xmlns:a16="http://schemas.microsoft.com/office/drawing/2014/main" id="{87BA63B3-A558-5AE3-0D3F-A7C26A552475}"/>
              </a:ext>
            </a:extLst>
          </p:cNvPr>
          <p:cNvSpPr/>
          <p:nvPr/>
        </p:nvSpPr>
        <p:spPr bwMode="auto">
          <a:xfrm>
            <a:off x="2074143" y="1159634"/>
            <a:ext cx="4151508" cy="314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>
            <a:normAutofit lnSpcReduction="10000"/>
          </a:bodyPr>
          <a:lstStyle/>
          <a:p>
            <a:pPr defTabSz="96774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1F497D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Bebas Neue" charset="0"/>
              </a:rPr>
              <a:t>Back end</a:t>
            </a:r>
          </a:p>
        </p:txBody>
      </p:sp>
      <p:pic>
        <p:nvPicPr>
          <p:cNvPr id="2050" name="Picture 2" descr="Python PNG Logo — Download Free Transparent Logo">
            <a:extLst>
              <a:ext uri="{FF2B5EF4-FFF2-40B4-BE49-F238E27FC236}">
                <a16:creationId xmlns:a16="http://schemas.microsoft.com/office/drawing/2014/main" id="{D6F6A0D1-09DB-58DD-CBE9-48BED53E6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469" y="3988565"/>
            <a:ext cx="2022897" cy="2022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737E30-ECA6-F11D-CED6-A8DD046CF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9998" y="1750921"/>
            <a:ext cx="2022897" cy="2022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7AADFE-F963-032E-4B45-B867E2911F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6467" y="3399007"/>
            <a:ext cx="2022897" cy="2022897"/>
          </a:xfrm>
          <a:prstGeom prst="rect">
            <a:avLst/>
          </a:prstGeom>
        </p:spPr>
      </p:pic>
      <p:sp>
        <p:nvSpPr>
          <p:cNvPr id="11" name="矩形 19">
            <a:extLst>
              <a:ext uri="{FF2B5EF4-FFF2-40B4-BE49-F238E27FC236}">
                <a16:creationId xmlns:a16="http://schemas.microsoft.com/office/drawing/2014/main" id="{15CC46AB-01C5-63BE-784A-AFB0B18C6834}"/>
              </a:ext>
            </a:extLst>
          </p:cNvPr>
          <p:cNvSpPr/>
          <p:nvPr/>
        </p:nvSpPr>
        <p:spPr>
          <a:xfrm>
            <a:off x="7631407" y="3429000"/>
            <a:ext cx="2840344" cy="465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>
            <a:normAutofit/>
          </a:bodyPr>
          <a:lstStyle/>
          <a:p>
            <a:r>
              <a:rPr lang="en-US" altLang="vi-VN" sz="1355" b="1" dirty="0" err="1">
                <a:solidFill>
                  <a:srgbClr val="C00000"/>
                </a:solidFill>
                <a:latin typeface="Noto Sans"/>
                <a:ea typeface="Noto Sans"/>
                <a:cs typeface="Open Sans" panose="020B0606030504020204" pitchFamily="34" charset="0"/>
              </a:rPr>
              <a:t>Mysql</a:t>
            </a:r>
            <a:endParaRPr lang="en-US" altLang="zh-CN" sz="1355" b="1" dirty="0">
              <a:solidFill>
                <a:srgbClr val="C00000"/>
              </a:solidFill>
              <a:latin typeface="+mn-ea"/>
              <a:cs typeface="Open Sans" panose="020B0606030504020204" pitchFamily="34" charset="0"/>
            </a:endParaRPr>
          </a:p>
        </p:txBody>
      </p:sp>
      <p:sp>
        <p:nvSpPr>
          <p:cNvPr id="12" name="文本框 18">
            <a:extLst>
              <a:ext uri="{FF2B5EF4-FFF2-40B4-BE49-F238E27FC236}">
                <a16:creationId xmlns:a16="http://schemas.microsoft.com/office/drawing/2014/main" id="{1A2EAB61-2851-94ED-6F4D-2B66A0BF1466}"/>
              </a:ext>
            </a:extLst>
          </p:cNvPr>
          <p:cNvSpPr txBox="1"/>
          <p:nvPr/>
        </p:nvSpPr>
        <p:spPr>
          <a:xfrm>
            <a:off x="7625679" y="3784003"/>
            <a:ext cx="2752175" cy="90922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1215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Cấu</a:t>
            </a:r>
            <a:r>
              <a:rPr lang="en-US" altLang="zh-CN" sz="1215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215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trúc</a:t>
            </a:r>
            <a:r>
              <a:rPr lang="en-US" altLang="zh-CN" sz="1215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, </a:t>
            </a:r>
            <a:r>
              <a:rPr lang="en-US" altLang="zh-CN" sz="1215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xây</a:t>
            </a:r>
            <a:r>
              <a:rPr lang="en-US" altLang="zh-CN" sz="1215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215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dựng</a:t>
            </a:r>
            <a:r>
              <a:rPr lang="en-US" altLang="zh-CN" sz="1215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215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và</a:t>
            </a:r>
            <a:r>
              <a:rPr lang="en-US" altLang="zh-CN" sz="1215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215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quản</a:t>
            </a:r>
            <a:r>
              <a:rPr lang="en-US" altLang="zh-CN" sz="1215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215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lý</a:t>
            </a:r>
            <a:r>
              <a:rPr lang="en-US" altLang="zh-CN" sz="1215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215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dữ</a:t>
            </a:r>
            <a:r>
              <a:rPr lang="en-US" altLang="zh-CN" sz="1215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215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liệu</a:t>
            </a:r>
            <a:endParaRPr lang="zh-CN" altLang="en-US" sz="1220" dirty="0">
              <a:solidFill>
                <a:srgbClr val="1B3049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E9CD60-A5BB-8C07-A1C6-2BC0E847A22F}"/>
              </a:ext>
            </a:extLst>
          </p:cNvPr>
          <p:cNvGrpSpPr/>
          <p:nvPr/>
        </p:nvGrpSpPr>
        <p:grpSpPr>
          <a:xfrm>
            <a:off x="1111294" y="4830458"/>
            <a:ext cx="2752175" cy="1181004"/>
            <a:chOff x="1058612" y="4971974"/>
            <a:chExt cx="2752175" cy="1181004"/>
          </a:xfrm>
        </p:grpSpPr>
        <p:sp>
          <p:nvSpPr>
            <p:cNvPr id="10" name="文本框 18">
              <a:extLst>
                <a:ext uri="{FF2B5EF4-FFF2-40B4-BE49-F238E27FC236}">
                  <a16:creationId xmlns:a16="http://schemas.microsoft.com/office/drawing/2014/main" id="{1001587E-E0F8-C2C6-0A85-0FB20F1A14E9}"/>
                </a:ext>
              </a:extLst>
            </p:cNvPr>
            <p:cNvSpPr txBox="1"/>
            <p:nvPr/>
          </p:nvSpPr>
          <p:spPr>
            <a:xfrm>
              <a:off x="1058612" y="5243754"/>
              <a:ext cx="2752175" cy="909224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15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Xây</a:t>
              </a:r>
              <a:r>
                <a:rPr lang="en-US" altLang="zh-CN" sz="1215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215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dựng</a:t>
              </a:r>
              <a:r>
                <a:rPr lang="en-US" altLang="zh-CN" sz="1215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215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mô</a:t>
              </a:r>
              <a:r>
                <a:rPr lang="en-US" altLang="zh-CN" sz="1215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215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hình</a:t>
              </a:r>
              <a:r>
                <a:rPr lang="en-US" altLang="zh-CN" sz="1215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215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học</a:t>
              </a:r>
              <a:r>
                <a:rPr lang="en-US" altLang="zh-CN" sz="1215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215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máy</a:t>
              </a:r>
              <a:r>
                <a:rPr lang="en-US" altLang="zh-CN" sz="1215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215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giúp</a:t>
              </a:r>
              <a:r>
                <a:rPr lang="en-US" altLang="zh-CN" sz="1215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215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dự</a:t>
              </a:r>
              <a:r>
                <a:rPr lang="en-US" altLang="zh-CN" sz="1215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215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đoán</a:t>
              </a:r>
              <a:r>
                <a:rPr lang="en-US" altLang="zh-CN" sz="1215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215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doanh</a:t>
              </a:r>
              <a:r>
                <a:rPr lang="en-US" altLang="zh-CN" sz="1215" dirty="0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 </a:t>
              </a:r>
              <a:r>
                <a:rPr lang="en-US" altLang="zh-CN" sz="1215" dirty="0" err="1">
                  <a:solidFill>
                    <a:schemeClr val="bg1"/>
                  </a:solidFill>
                  <a:latin typeface="Noto Sans"/>
                  <a:ea typeface="Noto Sans"/>
                  <a:cs typeface="+mn-ea"/>
                  <a:sym typeface="+mn-lt"/>
                </a:rPr>
                <a:t>thu</a:t>
              </a:r>
              <a:endParaRPr lang="zh-CN" altLang="en-US" sz="1220" dirty="0">
                <a:solidFill>
                  <a:srgbClr val="1B3049"/>
                </a:solidFill>
              </a:endParaRPr>
            </a:p>
          </p:txBody>
        </p:sp>
        <p:sp>
          <p:nvSpPr>
            <p:cNvPr id="13" name="矩形 19">
              <a:extLst>
                <a:ext uri="{FF2B5EF4-FFF2-40B4-BE49-F238E27FC236}">
                  <a16:creationId xmlns:a16="http://schemas.microsoft.com/office/drawing/2014/main" id="{88E92AB0-40E1-FFC9-EC7B-A307CA7C18B5}"/>
                </a:ext>
              </a:extLst>
            </p:cNvPr>
            <p:cNvSpPr/>
            <p:nvPr/>
          </p:nvSpPr>
          <p:spPr>
            <a:xfrm>
              <a:off x="2729725" y="4971974"/>
              <a:ext cx="887447" cy="465191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>
              <a:normAutofit/>
            </a:bodyPr>
            <a:lstStyle/>
            <a:p>
              <a:r>
                <a:rPr lang="en-US" altLang="vi-VN" sz="1355" b="1" dirty="0">
                  <a:solidFill>
                    <a:srgbClr val="C00000"/>
                  </a:solidFill>
                  <a:latin typeface="Noto Sans"/>
                  <a:ea typeface="Noto Sans"/>
                  <a:cs typeface="Open Sans" panose="020B0606030504020204" pitchFamily="34" charset="0"/>
                </a:rPr>
                <a:t>Python</a:t>
              </a:r>
              <a:endParaRPr lang="en-US" altLang="zh-CN" sz="1355" b="1" dirty="0">
                <a:solidFill>
                  <a:srgbClr val="C00000"/>
                </a:solidFill>
                <a:latin typeface="+mn-ea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9358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D5954-4922-B9F0-C883-05330A17C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7E604BC-C85F-C370-155E-1EDEBD036238}"/>
              </a:ext>
            </a:extLst>
          </p:cNvPr>
          <p:cNvSpPr txBox="1"/>
          <p:nvPr/>
        </p:nvSpPr>
        <p:spPr>
          <a:xfrm>
            <a:off x="69784" y="2517413"/>
            <a:ext cx="487680" cy="1956547"/>
          </a:xfrm>
          <a:prstGeom prst="rect">
            <a:avLst/>
          </a:prstGeom>
          <a:noFill/>
        </p:spPr>
        <p:txBody>
          <a:bodyPr vert="vert" wrap="square" rtlCol="0">
            <a:normAutofit/>
          </a:bodyPr>
          <a:lstStyle/>
          <a:p>
            <a:pPr algn="dist"/>
            <a:r>
              <a:rPr lang="vi-VN" altLang="vi-VN" sz="2000" b="1">
                <a:latin typeface="Noto Sans"/>
                <a:ea typeface="Noto Sans"/>
              </a:rPr>
              <a:t>VIỆC KINH</a:t>
            </a:r>
            <a:endParaRPr lang="zh-CN" altLang="en-US" sz="2000" b="1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0F190C-4E9A-8009-3388-D89B97E770A4}"/>
              </a:ext>
            </a:extLst>
          </p:cNvPr>
          <p:cNvSpPr txBox="1"/>
          <p:nvPr/>
        </p:nvSpPr>
        <p:spPr>
          <a:xfrm>
            <a:off x="1472452" y="1976716"/>
            <a:ext cx="4342939" cy="8077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vi-VN" altLang="vi-VN" sz="4700" b="1" dirty="0">
                <a:solidFill>
                  <a:srgbClr val="4F81BD"/>
                </a:solidFill>
                <a:latin typeface="Noto Sans"/>
                <a:ea typeface="Noto Sans"/>
              </a:rPr>
              <a:t>PHẦN </a:t>
            </a:r>
            <a:r>
              <a:rPr lang="en-US" altLang="vi-VN" sz="4700" b="1" dirty="0">
                <a:solidFill>
                  <a:srgbClr val="4F81BD"/>
                </a:solidFill>
                <a:latin typeface="Noto Sans"/>
                <a:ea typeface="Noto Sans"/>
              </a:rPr>
              <a:t>BA</a:t>
            </a:r>
            <a:endParaRPr lang="zh-CN" altLang="en-US" sz="4800" b="1" dirty="0">
              <a:solidFill>
                <a:srgbClr val="4F81BD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DE1E7A-ECEF-B59B-7389-826A4E90842D}"/>
              </a:ext>
            </a:extLst>
          </p:cNvPr>
          <p:cNvSpPr txBox="1"/>
          <p:nvPr/>
        </p:nvSpPr>
        <p:spPr>
          <a:xfrm>
            <a:off x="1472452" y="2899433"/>
            <a:ext cx="6506136" cy="82296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vi-VN" sz="4800" b="1" dirty="0" err="1">
                <a:solidFill>
                  <a:schemeClr val="bg1"/>
                </a:solidFill>
                <a:latin typeface="Noto Sans"/>
                <a:ea typeface="Noto Sans"/>
              </a:rPr>
              <a:t>Phân</a:t>
            </a:r>
            <a:r>
              <a:rPr lang="en-US" altLang="vi-VN" sz="4800" b="1" dirty="0">
                <a:solidFill>
                  <a:schemeClr val="bg1"/>
                </a:solidFill>
                <a:latin typeface="Noto Sans"/>
                <a:ea typeface="Noto Sans"/>
              </a:rPr>
              <a:t> </a:t>
            </a:r>
            <a:r>
              <a:rPr lang="en-US" altLang="vi-VN" sz="4800" b="1" dirty="0" err="1">
                <a:solidFill>
                  <a:schemeClr val="bg1"/>
                </a:solidFill>
                <a:latin typeface="Noto Sans"/>
                <a:ea typeface="Noto Sans"/>
              </a:rPr>
              <a:t>tích</a:t>
            </a:r>
            <a:r>
              <a:rPr lang="en-US" altLang="vi-VN" sz="4800" b="1" dirty="0">
                <a:solidFill>
                  <a:schemeClr val="bg1"/>
                </a:solidFill>
                <a:latin typeface="Noto Sans"/>
                <a:ea typeface="Noto Sans"/>
              </a:rPr>
              <a:t> </a:t>
            </a:r>
            <a:r>
              <a:rPr lang="en-US" altLang="vi-VN" sz="4800" b="1" dirty="0" err="1">
                <a:solidFill>
                  <a:schemeClr val="bg1"/>
                </a:solidFill>
                <a:latin typeface="Noto Sans"/>
                <a:ea typeface="Noto Sans"/>
              </a:rPr>
              <a:t>thiết</a:t>
            </a:r>
            <a:r>
              <a:rPr lang="en-US" altLang="vi-VN" sz="4800" b="1" dirty="0">
                <a:solidFill>
                  <a:schemeClr val="bg1"/>
                </a:solidFill>
                <a:latin typeface="Noto Sans"/>
                <a:ea typeface="Noto Sans"/>
              </a:rPr>
              <a:t> </a:t>
            </a:r>
            <a:r>
              <a:rPr lang="en-US" altLang="vi-VN" sz="4800" b="1" dirty="0" err="1">
                <a:solidFill>
                  <a:schemeClr val="bg1"/>
                </a:solidFill>
                <a:latin typeface="Noto Sans"/>
                <a:ea typeface="Noto Sans"/>
              </a:rPr>
              <a:t>kế</a:t>
            </a:r>
            <a:endParaRPr lang="vi-VN" altLang="vi-VN" sz="4800" b="1" dirty="0">
              <a:solidFill>
                <a:schemeClr val="bg1"/>
              </a:solidFill>
              <a:latin typeface="Noto Sans"/>
              <a:ea typeface="Noto San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4F94933-E3DA-D7D1-5B13-5C5AC74B2626}"/>
              </a:ext>
            </a:extLst>
          </p:cNvPr>
          <p:cNvSpPr txBox="1"/>
          <p:nvPr/>
        </p:nvSpPr>
        <p:spPr>
          <a:xfrm>
            <a:off x="1472451" y="3853969"/>
            <a:ext cx="6010899" cy="40378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>
              <a:lnSpc>
                <a:spcPct val="160000"/>
              </a:lnSpc>
              <a:defRPr/>
            </a:pP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Khảo</a:t>
            </a:r>
            <a:r>
              <a:rPr lang="en-US" altLang="vi-VN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sát</a:t>
            </a:r>
            <a:r>
              <a:rPr lang="en-US" altLang="vi-VN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và</a:t>
            </a:r>
            <a:r>
              <a:rPr lang="en-US" altLang="vi-VN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phân</a:t>
            </a:r>
            <a:r>
              <a:rPr lang="en-US" altLang="vi-VN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tích</a:t>
            </a:r>
            <a:r>
              <a:rPr lang="en-US" altLang="vi-VN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thiết</a:t>
            </a:r>
            <a:r>
              <a:rPr lang="en-US" altLang="vi-VN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kế</a:t>
            </a:r>
            <a:r>
              <a:rPr lang="en-US" altLang="vi-VN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cho</a:t>
            </a:r>
            <a:r>
              <a:rPr lang="en-US" altLang="vi-VN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dự</a:t>
            </a:r>
            <a:r>
              <a:rPr lang="en-US" altLang="vi-VN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lang="en-US" altLang="vi-VN" sz="140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án</a:t>
            </a:r>
            <a:endParaRPr kumimoji="0" lang="vi-VN" altLang="vi-VN" sz="1400" b="0" i="0" u="none" strike="noStrike" cap="none" spc="0" normalizeH="0" baseline="0" dirty="0">
              <a:solidFill>
                <a:schemeClr val="bg1">
                  <a:lumMod val="75000"/>
                  <a:lumOff val="25000"/>
                </a:schemeClr>
              </a:solidFill>
              <a:latin typeface="Noto Sans"/>
              <a:ea typeface="Noto Sans"/>
              <a:sym typeface="Century Gothic" panose="020B0502020202020204" pitchFamily="34" charset="0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45860DF-5284-852F-C31B-6B5EBEE92BF0}"/>
              </a:ext>
            </a:extLst>
          </p:cNvPr>
          <p:cNvCxnSpPr/>
          <p:nvPr/>
        </p:nvCxnSpPr>
        <p:spPr>
          <a:xfrm>
            <a:off x="1667436" y="3853969"/>
            <a:ext cx="914400" cy="0"/>
          </a:xfrm>
          <a:prstGeom prst="line">
            <a:avLst/>
          </a:prstGeom>
          <a:ln w="41275">
            <a:solidFill>
              <a:srgbClr val="4F81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12">
            <a:extLst>
              <a:ext uri="{FF2B5EF4-FFF2-40B4-BE49-F238E27FC236}">
                <a16:creationId xmlns:a16="http://schemas.microsoft.com/office/drawing/2014/main" id="{0063F50F-A744-AA54-7D9E-F7A2C93782E6}"/>
              </a:ext>
            </a:extLst>
          </p:cNvPr>
          <p:cNvSpPr/>
          <p:nvPr/>
        </p:nvSpPr>
        <p:spPr>
          <a:xfrm rot="19800000">
            <a:off x="11079596" y="2146838"/>
            <a:ext cx="986856" cy="766613"/>
          </a:xfrm>
          <a:custGeom>
            <a:avLst/>
            <a:gdLst>
              <a:gd name="connsiteX0" fmla="*/ 0 w 986856"/>
              <a:gd name="connsiteY0" fmla="*/ 721831 h 721831"/>
              <a:gd name="connsiteX1" fmla="*/ 493428 w 986856"/>
              <a:gd name="connsiteY1" fmla="*/ 0 h 721831"/>
              <a:gd name="connsiteX2" fmla="*/ 986856 w 986856"/>
              <a:gd name="connsiteY2" fmla="*/ 721831 h 721831"/>
              <a:gd name="connsiteX3" fmla="*/ 0 w 986856"/>
              <a:gd name="connsiteY3" fmla="*/ 721831 h 721831"/>
              <a:gd name="connsiteX0-1" fmla="*/ 0 w 986856"/>
              <a:gd name="connsiteY0-2" fmla="*/ 766613 h 766613"/>
              <a:gd name="connsiteX1-3" fmla="*/ 550336 w 986856"/>
              <a:gd name="connsiteY1-4" fmla="*/ 0 h 766613"/>
              <a:gd name="connsiteX2-5" fmla="*/ 986856 w 986856"/>
              <a:gd name="connsiteY2-6" fmla="*/ 766613 h 766613"/>
              <a:gd name="connsiteX3-7" fmla="*/ 0 w 986856"/>
              <a:gd name="connsiteY3-8" fmla="*/ 766613 h 76661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86856" h="766613">
                <a:moveTo>
                  <a:pt x="0" y="766613"/>
                </a:moveTo>
                <a:lnTo>
                  <a:pt x="550336" y="0"/>
                </a:lnTo>
                <a:lnTo>
                  <a:pt x="986856" y="766613"/>
                </a:lnTo>
                <a:lnTo>
                  <a:pt x="0" y="766613"/>
                </a:lnTo>
                <a:close/>
              </a:path>
            </a:pathLst>
          </a:custGeom>
          <a:solidFill>
            <a:srgbClr val="4F81B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等腰三角形 21">
            <a:extLst>
              <a:ext uri="{FF2B5EF4-FFF2-40B4-BE49-F238E27FC236}">
                <a16:creationId xmlns:a16="http://schemas.microsoft.com/office/drawing/2014/main" id="{A4A7DB19-D301-D577-ECC4-54C81CA34B98}"/>
              </a:ext>
            </a:extLst>
          </p:cNvPr>
          <p:cNvSpPr/>
          <p:nvPr/>
        </p:nvSpPr>
        <p:spPr>
          <a:xfrm rot="16200000">
            <a:off x="10320263" y="2763636"/>
            <a:ext cx="2010385" cy="1733090"/>
          </a:xfrm>
          <a:prstGeom prst="triangle">
            <a:avLst/>
          </a:prstGeom>
          <a:solidFill>
            <a:srgbClr val="0070C0"/>
          </a:solidFill>
          <a:ln>
            <a:noFill/>
          </a:ln>
          <a:effectLst>
            <a:outerShdw blurRad="50800" dist="38100" dir="8100000" sx="104000" sy="104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等腰三角形 22">
            <a:extLst>
              <a:ext uri="{FF2B5EF4-FFF2-40B4-BE49-F238E27FC236}">
                <a16:creationId xmlns:a16="http://schemas.microsoft.com/office/drawing/2014/main" id="{BA50EB9E-F80F-D470-2681-9F60000B75A8}"/>
              </a:ext>
            </a:extLst>
          </p:cNvPr>
          <p:cNvSpPr/>
          <p:nvPr/>
        </p:nvSpPr>
        <p:spPr>
          <a:xfrm rot="8681015">
            <a:off x="10487418" y="3494999"/>
            <a:ext cx="510208" cy="439834"/>
          </a:xfrm>
          <a:prstGeom prst="triangle">
            <a:avLst/>
          </a:prstGeom>
          <a:solidFill>
            <a:srgbClr val="1B30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等腰三角形 23">
            <a:extLst>
              <a:ext uri="{FF2B5EF4-FFF2-40B4-BE49-F238E27FC236}">
                <a16:creationId xmlns:a16="http://schemas.microsoft.com/office/drawing/2014/main" id="{5A3836C4-C789-E0BA-F9FC-1F7CF2D88A34}"/>
              </a:ext>
            </a:extLst>
          </p:cNvPr>
          <p:cNvSpPr/>
          <p:nvPr/>
        </p:nvSpPr>
        <p:spPr>
          <a:xfrm rot="16200000">
            <a:off x="10462329" y="1382549"/>
            <a:ext cx="510208" cy="439834"/>
          </a:xfrm>
          <a:prstGeom prst="triangle">
            <a:avLst/>
          </a:prstGeom>
          <a:solidFill>
            <a:srgbClr val="1B30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等腰三角形 24">
            <a:extLst>
              <a:ext uri="{FF2B5EF4-FFF2-40B4-BE49-F238E27FC236}">
                <a16:creationId xmlns:a16="http://schemas.microsoft.com/office/drawing/2014/main" id="{79303852-1F49-F3FB-6D23-027331ED537B}"/>
              </a:ext>
            </a:extLst>
          </p:cNvPr>
          <p:cNvSpPr/>
          <p:nvPr/>
        </p:nvSpPr>
        <p:spPr>
          <a:xfrm rot="5400000">
            <a:off x="11046828" y="1431399"/>
            <a:ext cx="405691" cy="349733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891C3BF-0DD6-D075-A14A-645629716929}"/>
              </a:ext>
            </a:extLst>
          </p:cNvPr>
          <p:cNvSpPr/>
          <p:nvPr/>
        </p:nvSpPr>
        <p:spPr>
          <a:xfrm rot="18903724">
            <a:off x="7313463" y="4604134"/>
            <a:ext cx="4185063" cy="47596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518B20-F601-69D1-FFBB-288270A07DDF}"/>
              </a:ext>
            </a:extLst>
          </p:cNvPr>
          <p:cNvSpPr/>
          <p:nvPr/>
        </p:nvSpPr>
        <p:spPr>
          <a:xfrm rot="18903724">
            <a:off x="-1883873" y="-1202524"/>
            <a:ext cx="4185063" cy="252465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71E2171-5A08-5736-CAF0-B56C101C3DD3}"/>
              </a:ext>
            </a:extLst>
          </p:cNvPr>
          <p:cNvSpPr>
            <a:spLocks noEditPoints="1"/>
          </p:cNvSpPr>
          <p:nvPr/>
        </p:nvSpPr>
        <p:spPr bwMode="auto">
          <a:xfrm>
            <a:off x="4948555" y="1809115"/>
            <a:ext cx="1124585" cy="919480"/>
          </a:xfrm>
          <a:custGeom>
            <a:avLst/>
            <a:gdLst>
              <a:gd name="T0" fmla="*/ 725 w 1364"/>
              <a:gd name="T1" fmla="*/ 847 h 1123"/>
              <a:gd name="T2" fmla="*/ 51 w 1364"/>
              <a:gd name="T3" fmla="*/ 757 h 1123"/>
              <a:gd name="T4" fmla="*/ 1159 w 1364"/>
              <a:gd name="T5" fmla="*/ 786 h 1123"/>
              <a:gd name="T6" fmla="*/ 1143 w 1364"/>
              <a:gd name="T7" fmla="*/ 765 h 1123"/>
              <a:gd name="T8" fmla="*/ 720 w 1364"/>
              <a:gd name="T9" fmla="*/ 805 h 1123"/>
              <a:gd name="T10" fmla="*/ 57 w 1364"/>
              <a:gd name="T11" fmla="*/ 484 h 1123"/>
              <a:gd name="T12" fmla="*/ 733 w 1364"/>
              <a:gd name="T13" fmla="*/ 828 h 1123"/>
              <a:gd name="T14" fmla="*/ 1158 w 1364"/>
              <a:gd name="T15" fmla="*/ 621 h 1123"/>
              <a:gd name="T16" fmla="*/ 720 w 1364"/>
              <a:gd name="T17" fmla="*/ 805 h 1123"/>
              <a:gd name="T18" fmla="*/ 1001 w 1364"/>
              <a:gd name="T19" fmla="*/ 579 h 1123"/>
              <a:gd name="T20" fmla="*/ 990 w 1364"/>
              <a:gd name="T21" fmla="*/ 441 h 1123"/>
              <a:gd name="T22" fmla="*/ 284 w 1364"/>
              <a:gd name="T23" fmla="*/ 432 h 1123"/>
              <a:gd name="T24" fmla="*/ 71 w 1364"/>
              <a:gd name="T25" fmla="*/ 478 h 1123"/>
              <a:gd name="T26" fmla="*/ 720 w 1364"/>
              <a:gd name="T27" fmla="*/ 1101 h 1123"/>
              <a:gd name="T28" fmla="*/ 57 w 1364"/>
              <a:gd name="T29" fmla="*/ 780 h 1123"/>
              <a:gd name="T30" fmla="*/ 733 w 1364"/>
              <a:gd name="T31" fmla="*/ 1123 h 1123"/>
              <a:gd name="T32" fmla="*/ 1158 w 1364"/>
              <a:gd name="T33" fmla="*/ 917 h 1123"/>
              <a:gd name="T34" fmla="*/ 720 w 1364"/>
              <a:gd name="T35" fmla="*/ 1101 h 1123"/>
              <a:gd name="T36" fmla="*/ 1067 w 1364"/>
              <a:gd name="T37" fmla="*/ 344 h 1123"/>
              <a:gd name="T38" fmla="*/ 1056 w 1364"/>
              <a:gd name="T39" fmla="*/ 368 h 1123"/>
              <a:gd name="T40" fmla="*/ 1063 w 1364"/>
              <a:gd name="T41" fmla="*/ 404 h 1123"/>
              <a:gd name="T42" fmla="*/ 1035 w 1364"/>
              <a:gd name="T43" fmla="*/ 562 h 1123"/>
              <a:gd name="T44" fmla="*/ 1115 w 1364"/>
              <a:gd name="T45" fmla="*/ 422 h 1123"/>
              <a:gd name="T46" fmla="*/ 1106 w 1364"/>
              <a:gd name="T47" fmla="*/ 389 h 1123"/>
              <a:gd name="T48" fmla="*/ 1114 w 1364"/>
              <a:gd name="T49" fmla="*/ 352 h 1123"/>
              <a:gd name="T50" fmla="*/ 1104 w 1364"/>
              <a:gd name="T51" fmla="*/ 226 h 1123"/>
              <a:gd name="T52" fmla="*/ 1356 w 1364"/>
              <a:gd name="T53" fmla="*/ 174 h 1123"/>
              <a:gd name="T54" fmla="*/ 773 w 1364"/>
              <a:gd name="T55" fmla="*/ 4 h 1123"/>
              <a:gd name="T56" fmla="*/ 413 w 1364"/>
              <a:gd name="T57" fmla="*/ 28 h 1123"/>
              <a:gd name="T58" fmla="*/ 11 w 1364"/>
              <a:gd name="T59" fmla="*/ 76 h 1123"/>
              <a:gd name="T60" fmla="*/ 480 w 1364"/>
              <a:gd name="T61" fmla="*/ 323 h 1123"/>
              <a:gd name="T62" fmla="*/ 1039 w 1364"/>
              <a:gd name="T63" fmla="*/ 238 h 1123"/>
              <a:gd name="T64" fmla="*/ 628 w 1364"/>
              <a:gd name="T65" fmla="*/ 161 h 1123"/>
              <a:gd name="T66" fmla="*/ 1054 w 1364"/>
              <a:gd name="T67" fmla="*/ 204 h 1123"/>
              <a:gd name="T68" fmla="*/ 961 w 1364"/>
              <a:gd name="T69" fmla="*/ 281 h 1123"/>
              <a:gd name="T70" fmla="*/ 315 w 1364"/>
              <a:gd name="T71" fmla="*/ 432 h 1123"/>
              <a:gd name="T72" fmla="*/ 466 w 1364"/>
              <a:gd name="T73" fmla="*/ 350 h 1123"/>
              <a:gd name="T74" fmla="*/ 961 w 1364"/>
              <a:gd name="T75" fmla="*/ 281 h 1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364" h="1123">
                <a:moveTo>
                  <a:pt x="717" y="953"/>
                </a:moveTo>
                <a:cubicBezTo>
                  <a:pt x="707" y="917"/>
                  <a:pt x="707" y="881"/>
                  <a:pt x="725" y="847"/>
                </a:cubicBezTo>
                <a:lnTo>
                  <a:pt x="54" y="632"/>
                </a:lnTo>
                <a:cubicBezTo>
                  <a:pt x="28" y="665"/>
                  <a:pt x="21" y="710"/>
                  <a:pt x="51" y="757"/>
                </a:cubicBezTo>
                <a:lnTo>
                  <a:pt x="730" y="975"/>
                </a:lnTo>
                <a:lnTo>
                  <a:pt x="1159" y="786"/>
                </a:lnTo>
                <a:cubicBezTo>
                  <a:pt x="1170" y="781"/>
                  <a:pt x="1169" y="773"/>
                  <a:pt x="1155" y="768"/>
                </a:cubicBezTo>
                <a:lnTo>
                  <a:pt x="1143" y="765"/>
                </a:lnTo>
                <a:lnTo>
                  <a:pt x="717" y="953"/>
                </a:lnTo>
                <a:close/>
                <a:moveTo>
                  <a:pt x="720" y="805"/>
                </a:moveTo>
                <a:cubicBezTo>
                  <a:pt x="710" y="770"/>
                  <a:pt x="710" y="734"/>
                  <a:pt x="729" y="700"/>
                </a:cubicBezTo>
                <a:lnTo>
                  <a:pt x="57" y="484"/>
                </a:lnTo>
                <a:cubicBezTo>
                  <a:pt x="31" y="518"/>
                  <a:pt x="24" y="563"/>
                  <a:pt x="55" y="610"/>
                </a:cubicBezTo>
                <a:lnTo>
                  <a:pt x="733" y="828"/>
                </a:lnTo>
                <a:lnTo>
                  <a:pt x="1162" y="639"/>
                </a:lnTo>
                <a:cubicBezTo>
                  <a:pt x="1174" y="633"/>
                  <a:pt x="1172" y="626"/>
                  <a:pt x="1158" y="621"/>
                </a:cubicBezTo>
                <a:lnTo>
                  <a:pt x="1146" y="617"/>
                </a:lnTo>
                <a:lnTo>
                  <a:pt x="720" y="805"/>
                </a:lnTo>
                <a:close/>
                <a:moveTo>
                  <a:pt x="742" y="694"/>
                </a:moveTo>
                <a:lnTo>
                  <a:pt x="1001" y="579"/>
                </a:lnTo>
                <a:lnTo>
                  <a:pt x="1021" y="451"/>
                </a:lnTo>
                <a:lnTo>
                  <a:pt x="990" y="441"/>
                </a:lnTo>
                <a:cubicBezTo>
                  <a:pt x="976" y="548"/>
                  <a:pt x="711" y="556"/>
                  <a:pt x="638" y="556"/>
                </a:cubicBezTo>
                <a:cubicBezTo>
                  <a:pt x="562" y="556"/>
                  <a:pt x="284" y="548"/>
                  <a:pt x="284" y="432"/>
                </a:cubicBezTo>
                <a:lnTo>
                  <a:pt x="284" y="384"/>
                </a:lnTo>
                <a:lnTo>
                  <a:pt x="71" y="478"/>
                </a:lnTo>
                <a:lnTo>
                  <a:pt x="742" y="694"/>
                </a:lnTo>
                <a:close/>
                <a:moveTo>
                  <a:pt x="720" y="1101"/>
                </a:moveTo>
                <a:cubicBezTo>
                  <a:pt x="710" y="1066"/>
                  <a:pt x="710" y="1030"/>
                  <a:pt x="728" y="995"/>
                </a:cubicBezTo>
                <a:lnTo>
                  <a:pt x="57" y="780"/>
                </a:lnTo>
                <a:cubicBezTo>
                  <a:pt x="31" y="814"/>
                  <a:pt x="24" y="858"/>
                  <a:pt x="54" y="906"/>
                </a:cubicBezTo>
                <a:lnTo>
                  <a:pt x="733" y="1123"/>
                </a:lnTo>
                <a:lnTo>
                  <a:pt x="1162" y="934"/>
                </a:lnTo>
                <a:cubicBezTo>
                  <a:pt x="1173" y="929"/>
                  <a:pt x="1171" y="921"/>
                  <a:pt x="1158" y="917"/>
                </a:cubicBezTo>
                <a:lnTo>
                  <a:pt x="1146" y="913"/>
                </a:lnTo>
                <a:lnTo>
                  <a:pt x="720" y="1101"/>
                </a:lnTo>
                <a:close/>
                <a:moveTo>
                  <a:pt x="1067" y="219"/>
                </a:moveTo>
                <a:lnTo>
                  <a:pt x="1067" y="344"/>
                </a:lnTo>
                <a:cubicBezTo>
                  <a:pt x="1062" y="345"/>
                  <a:pt x="1058" y="348"/>
                  <a:pt x="1058" y="352"/>
                </a:cubicBezTo>
                <a:lnTo>
                  <a:pt x="1056" y="368"/>
                </a:lnTo>
                <a:cubicBezTo>
                  <a:pt x="1056" y="378"/>
                  <a:pt x="1065" y="382"/>
                  <a:pt x="1064" y="389"/>
                </a:cubicBezTo>
                <a:lnTo>
                  <a:pt x="1063" y="404"/>
                </a:lnTo>
                <a:cubicBezTo>
                  <a:pt x="1063" y="410"/>
                  <a:pt x="1057" y="415"/>
                  <a:pt x="1056" y="422"/>
                </a:cubicBezTo>
                <a:lnTo>
                  <a:pt x="1035" y="562"/>
                </a:lnTo>
                <a:cubicBezTo>
                  <a:pt x="1043" y="579"/>
                  <a:pt x="1127" y="579"/>
                  <a:pt x="1136" y="562"/>
                </a:cubicBezTo>
                <a:lnTo>
                  <a:pt x="1115" y="422"/>
                </a:lnTo>
                <a:cubicBezTo>
                  <a:pt x="1114" y="415"/>
                  <a:pt x="1108" y="410"/>
                  <a:pt x="1107" y="404"/>
                </a:cubicBezTo>
                <a:lnTo>
                  <a:pt x="1106" y="389"/>
                </a:lnTo>
                <a:cubicBezTo>
                  <a:pt x="1106" y="381"/>
                  <a:pt x="1115" y="379"/>
                  <a:pt x="1115" y="369"/>
                </a:cubicBezTo>
                <a:lnTo>
                  <a:pt x="1114" y="352"/>
                </a:lnTo>
                <a:cubicBezTo>
                  <a:pt x="1113" y="347"/>
                  <a:pt x="1109" y="344"/>
                  <a:pt x="1104" y="344"/>
                </a:cubicBezTo>
                <a:cubicBezTo>
                  <a:pt x="1104" y="218"/>
                  <a:pt x="1104" y="362"/>
                  <a:pt x="1104" y="226"/>
                </a:cubicBezTo>
                <a:lnTo>
                  <a:pt x="1356" y="183"/>
                </a:lnTo>
                <a:cubicBezTo>
                  <a:pt x="1362" y="182"/>
                  <a:pt x="1364" y="177"/>
                  <a:pt x="1356" y="174"/>
                </a:cubicBezTo>
                <a:cubicBezTo>
                  <a:pt x="1235" y="139"/>
                  <a:pt x="1125" y="107"/>
                  <a:pt x="1024" y="77"/>
                </a:cubicBezTo>
                <a:cubicBezTo>
                  <a:pt x="934" y="51"/>
                  <a:pt x="850" y="26"/>
                  <a:pt x="773" y="4"/>
                </a:cubicBezTo>
                <a:cubicBezTo>
                  <a:pt x="759" y="0"/>
                  <a:pt x="750" y="0"/>
                  <a:pt x="736" y="1"/>
                </a:cubicBezTo>
                <a:cubicBezTo>
                  <a:pt x="635" y="9"/>
                  <a:pt x="527" y="18"/>
                  <a:pt x="413" y="28"/>
                </a:cubicBezTo>
                <a:cubicBezTo>
                  <a:pt x="289" y="39"/>
                  <a:pt x="155" y="50"/>
                  <a:pt x="12" y="62"/>
                </a:cubicBezTo>
                <a:cubicBezTo>
                  <a:pt x="0" y="64"/>
                  <a:pt x="3" y="73"/>
                  <a:pt x="11" y="76"/>
                </a:cubicBezTo>
                <a:cubicBezTo>
                  <a:pt x="68" y="106"/>
                  <a:pt x="130" y="139"/>
                  <a:pt x="198" y="175"/>
                </a:cubicBezTo>
                <a:cubicBezTo>
                  <a:pt x="281" y="219"/>
                  <a:pt x="374" y="268"/>
                  <a:pt x="480" y="323"/>
                </a:cubicBezTo>
                <a:cubicBezTo>
                  <a:pt x="489" y="328"/>
                  <a:pt x="508" y="330"/>
                  <a:pt x="523" y="327"/>
                </a:cubicBezTo>
                <a:cubicBezTo>
                  <a:pt x="695" y="298"/>
                  <a:pt x="867" y="268"/>
                  <a:pt x="1039" y="238"/>
                </a:cubicBezTo>
                <a:cubicBezTo>
                  <a:pt x="1038" y="232"/>
                  <a:pt x="1036" y="229"/>
                  <a:pt x="1029" y="227"/>
                </a:cubicBezTo>
                <a:lnTo>
                  <a:pt x="628" y="161"/>
                </a:lnTo>
                <a:cubicBezTo>
                  <a:pt x="593" y="156"/>
                  <a:pt x="599" y="131"/>
                  <a:pt x="619" y="134"/>
                </a:cubicBezTo>
                <a:lnTo>
                  <a:pt x="1054" y="204"/>
                </a:lnTo>
                <a:cubicBezTo>
                  <a:pt x="1062" y="206"/>
                  <a:pt x="1066" y="211"/>
                  <a:pt x="1067" y="219"/>
                </a:cubicBezTo>
                <a:close/>
                <a:moveTo>
                  <a:pt x="961" y="281"/>
                </a:moveTo>
                <a:lnTo>
                  <a:pt x="961" y="432"/>
                </a:lnTo>
                <a:cubicBezTo>
                  <a:pt x="961" y="557"/>
                  <a:pt x="315" y="557"/>
                  <a:pt x="315" y="432"/>
                </a:cubicBezTo>
                <a:lnTo>
                  <a:pt x="315" y="270"/>
                </a:lnTo>
                <a:cubicBezTo>
                  <a:pt x="365" y="296"/>
                  <a:pt x="415" y="323"/>
                  <a:pt x="466" y="350"/>
                </a:cubicBezTo>
                <a:cubicBezTo>
                  <a:pt x="483" y="359"/>
                  <a:pt x="509" y="360"/>
                  <a:pt x="528" y="357"/>
                </a:cubicBezTo>
                <a:cubicBezTo>
                  <a:pt x="672" y="331"/>
                  <a:pt x="816" y="306"/>
                  <a:pt x="961" y="281"/>
                </a:cubicBezTo>
                <a:close/>
              </a:path>
            </a:pathLst>
          </a:custGeom>
          <a:solidFill>
            <a:srgbClr val="4F80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148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133350"/>
            <a:ext cx="171450" cy="51435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Freeform 5"/>
          <p:cNvSpPr>
            <a:spLocks noEditPoints="1"/>
          </p:cNvSpPr>
          <p:nvPr/>
        </p:nvSpPr>
        <p:spPr bwMode="auto">
          <a:xfrm rot="925172">
            <a:off x="-245971" y="1803087"/>
            <a:ext cx="4351968" cy="4356426"/>
          </a:xfrm>
          <a:custGeom>
            <a:avLst/>
            <a:gdLst>
              <a:gd name="T0" fmla="*/ 50 w 4280"/>
              <a:gd name="T1" fmla="*/ 3831 h 4280"/>
              <a:gd name="T2" fmla="*/ 59 w 4280"/>
              <a:gd name="T3" fmla="*/ 4021 h 4280"/>
              <a:gd name="T4" fmla="*/ 259 w 4280"/>
              <a:gd name="T5" fmla="*/ 4221 h 4280"/>
              <a:gd name="T6" fmla="*/ 449 w 4280"/>
              <a:gd name="T7" fmla="*/ 4230 h 4280"/>
              <a:gd name="T8" fmla="*/ 1047 w 4280"/>
              <a:gd name="T9" fmla="*/ 3632 h 4280"/>
              <a:gd name="T10" fmla="*/ 1038 w 4280"/>
              <a:gd name="T11" fmla="*/ 3443 h 4280"/>
              <a:gd name="T12" fmla="*/ 837 w 4280"/>
              <a:gd name="T13" fmla="*/ 3242 h 4280"/>
              <a:gd name="T14" fmla="*/ 648 w 4280"/>
              <a:gd name="T15" fmla="*/ 3233 h 4280"/>
              <a:gd name="T16" fmla="*/ 50 w 4280"/>
              <a:gd name="T17" fmla="*/ 3831 h 4280"/>
              <a:gd name="T18" fmla="*/ 2717 w 4280"/>
              <a:gd name="T19" fmla="*/ 3126 h 4280"/>
              <a:gd name="T20" fmla="*/ 3822 w 4280"/>
              <a:gd name="T21" fmla="*/ 2669 h 4280"/>
              <a:gd name="T22" fmla="*/ 4280 w 4280"/>
              <a:gd name="T23" fmla="*/ 1563 h 4280"/>
              <a:gd name="T24" fmla="*/ 3822 w 4280"/>
              <a:gd name="T25" fmla="*/ 458 h 4280"/>
              <a:gd name="T26" fmla="*/ 2717 w 4280"/>
              <a:gd name="T27" fmla="*/ 0 h 4280"/>
              <a:gd name="T28" fmla="*/ 1611 w 4280"/>
              <a:gd name="T29" fmla="*/ 458 h 4280"/>
              <a:gd name="T30" fmla="*/ 1417 w 4280"/>
              <a:gd name="T31" fmla="*/ 2431 h 4280"/>
              <a:gd name="T32" fmla="*/ 1369 w 4280"/>
              <a:gd name="T33" fmla="*/ 2462 h 4280"/>
              <a:gd name="T34" fmla="*/ 1360 w 4280"/>
              <a:gd name="T35" fmla="*/ 2472 h 4280"/>
              <a:gd name="T36" fmla="*/ 1360 w 4280"/>
              <a:gd name="T37" fmla="*/ 2670 h 4280"/>
              <a:gd name="T38" fmla="*/ 1610 w 4280"/>
              <a:gd name="T39" fmla="*/ 2920 h 4280"/>
              <a:gd name="T40" fmla="*/ 1808 w 4280"/>
              <a:gd name="T41" fmla="*/ 2920 h 4280"/>
              <a:gd name="T42" fmla="*/ 1818 w 4280"/>
              <a:gd name="T43" fmla="*/ 2911 h 4280"/>
              <a:gd name="T44" fmla="*/ 1849 w 4280"/>
              <a:gd name="T45" fmla="*/ 2864 h 4280"/>
              <a:gd name="T46" fmla="*/ 2717 w 4280"/>
              <a:gd name="T47" fmla="*/ 3126 h 4280"/>
              <a:gd name="T48" fmla="*/ 2717 w 4280"/>
              <a:gd name="T49" fmla="*/ 291 h 4280"/>
              <a:gd name="T50" fmla="*/ 3617 w 4280"/>
              <a:gd name="T51" fmla="*/ 663 h 4280"/>
              <a:gd name="T52" fmla="*/ 3989 w 4280"/>
              <a:gd name="T53" fmla="*/ 1563 h 4280"/>
              <a:gd name="T54" fmla="*/ 3617 w 4280"/>
              <a:gd name="T55" fmla="*/ 2463 h 4280"/>
              <a:gd name="T56" fmla="*/ 2717 w 4280"/>
              <a:gd name="T57" fmla="*/ 2836 h 4280"/>
              <a:gd name="T58" fmla="*/ 1817 w 4280"/>
              <a:gd name="T59" fmla="*/ 2463 h 4280"/>
              <a:gd name="T60" fmla="*/ 1817 w 4280"/>
              <a:gd name="T61" fmla="*/ 663 h 4280"/>
              <a:gd name="T62" fmla="*/ 2717 w 4280"/>
              <a:gd name="T63" fmla="*/ 291 h 4280"/>
              <a:gd name="T64" fmla="*/ 1036 w 4280"/>
              <a:gd name="T65" fmla="*/ 2894 h 4280"/>
              <a:gd name="T66" fmla="*/ 1036 w 4280"/>
              <a:gd name="T67" fmla="*/ 3244 h 4280"/>
              <a:gd name="T68" fmla="*/ 1386 w 4280"/>
              <a:gd name="T69" fmla="*/ 3244 h 4280"/>
              <a:gd name="T70" fmla="*/ 1386 w 4280"/>
              <a:gd name="T71" fmla="*/ 2894 h 4280"/>
              <a:gd name="T72" fmla="*/ 1036 w 4280"/>
              <a:gd name="T73" fmla="*/ 2894 h 4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4280" h="4280">
                <a:moveTo>
                  <a:pt x="50" y="3831"/>
                </a:moveTo>
                <a:cubicBezTo>
                  <a:pt x="0" y="3881"/>
                  <a:pt x="4" y="3966"/>
                  <a:pt x="59" y="4021"/>
                </a:cubicBezTo>
                <a:lnTo>
                  <a:pt x="259" y="4221"/>
                </a:lnTo>
                <a:cubicBezTo>
                  <a:pt x="314" y="4276"/>
                  <a:pt x="399" y="4280"/>
                  <a:pt x="449" y="4230"/>
                </a:cubicBezTo>
                <a:lnTo>
                  <a:pt x="1047" y="3632"/>
                </a:lnTo>
                <a:cubicBezTo>
                  <a:pt x="1096" y="3583"/>
                  <a:pt x="1092" y="3498"/>
                  <a:pt x="1038" y="3443"/>
                </a:cubicBezTo>
                <a:lnTo>
                  <a:pt x="837" y="3242"/>
                </a:lnTo>
                <a:cubicBezTo>
                  <a:pt x="782" y="3188"/>
                  <a:pt x="697" y="3184"/>
                  <a:pt x="648" y="3233"/>
                </a:cubicBezTo>
                <a:lnTo>
                  <a:pt x="50" y="3831"/>
                </a:lnTo>
                <a:close/>
                <a:moveTo>
                  <a:pt x="2717" y="3126"/>
                </a:moveTo>
                <a:cubicBezTo>
                  <a:pt x="3134" y="3126"/>
                  <a:pt x="3527" y="2964"/>
                  <a:pt x="3822" y="2669"/>
                </a:cubicBezTo>
                <a:cubicBezTo>
                  <a:pt x="4117" y="2373"/>
                  <a:pt x="4280" y="1981"/>
                  <a:pt x="4280" y="1563"/>
                </a:cubicBezTo>
                <a:cubicBezTo>
                  <a:pt x="4280" y="1146"/>
                  <a:pt x="4117" y="753"/>
                  <a:pt x="3822" y="458"/>
                </a:cubicBezTo>
                <a:cubicBezTo>
                  <a:pt x="3527" y="163"/>
                  <a:pt x="3134" y="0"/>
                  <a:pt x="2717" y="0"/>
                </a:cubicBezTo>
                <a:cubicBezTo>
                  <a:pt x="2299" y="0"/>
                  <a:pt x="1907" y="163"/>
                  <a:pt x="1611" y="458"/>
                </a:cubicBezTo>
                <a:cubicBezTo>
                  <a:pt x="1076" y="993"/>
                  <a:pt x="1011" y="1824"/>
                  <a:pt x="1417" y="2431"/>
                </a:cubicBezTo>
                <a:cubicBezTo>
                  <a:pt x="1399" y="2438"/>
                  <a:pt x="1383" y="2448"/>
                  <a:pt x="1369" y="2462"/>
                </a:cubicBezTo>
                <a:lnTo>
                  <a:pt x="1360" y="2472"/>
                </a:lnTo>
                <a:cubicBezTo>
                  <a:pt x="1305" y="2526"/>
                  <a:pt x="1305" y="2615"/>
                  <a:pt x="1360" y="2670"/>
                </a:cubicBezTo>
                <a:lnTo>
                  <a:pt x="1610" y="2920"/>
                </a:lnTo>
                <a:cubicBezTo>
                  <a:pt x="1665" y="2975"/>
                  <a:pt x="1754" y="2975"/>
                  <a:pt x="1808" y="2920"/>
                </a:cubicBezTo>
                <a:lnTo>
                  <a:pt x="1818" y="2911"/>
                </a:lnTo>
                <a:cubicBezTo>
                  <a:pt x="1832" y="2897"/>
                  <a:pt x="1842" y="2881"/>
                  <a:pt x="1849" y="2864"/>
                </a:cubicBezTo>
                <a:cubicBezTo>
                  <a:pt x="2104" y="3035"/>
                  <a:pt x="2403" y="3126"/>
                  <a:pt x="2717" y="3126"/>
                </a:cubicBezTo>
                <a:close/>
                <a:moveTo>
                  <a:pt x="2717" y="291"/>
                </a:moveTo>
                <a:cubicBezTo>
                  <a:pt x="3057" y="291"/>
                  <a:pt x="3376" y="423"/>
                  <a:pt x="3617" y="663"/>
                </a:cubicBezTo>
                <a:cubicBezTo>
                  <a:pt x="3857" y="904"/>
                  <a:pt x="3989" y="1223"/>
                  <a:pt x="3989" y="1563"/>
                </a:cubicBezTo>
                <a:cubicBezTo>
                  <a:pt x="3989" y="1903"/>
                  <a:pt x="3857" y="2223"/>
                  <a:pt x="3617" y="2463"/>
                </a:cubicBezTo>
                <a:cubicBezTo>
                  <a:pt x="3376" y="2703"/>
                  <a:pt x="3057" y="2836"/>
                  <a:pt x="2717" y="2836"/>
                </a:cubicBezTo>
                <a:cubicBezTo>
                  <a:pt x="2377" y="2836"/>
                  <a:pt x="2057" y="2703"/>
                  <a:pt x="1817" y="2463"/>
                </a:cubicBezTo>
                <a:cubicBezTo>
                  <a:pt x="1321" y="1967"/>
                  <a:pt x="1321" y="1160"/>
                  <a:pt x="1817" y="663"/>
                </a:cubicBezTo>
                <a:cubicBezTo>
                  <a:pt x="2057" y="423"/>
                  <a:pt x="2377" y="291"/>
                  <a:pt x="2717" y="291"/>
                </a:cubicBezTo>
                <a:close/>
                <a:moveTo>
                  <a:pt x="1036" y="2894"/>
                </a:moveTo>
                <a:cubicBezTo>
                  <a:pt x="940" y="2991"/>
                  <a:pt x="940" y="3147"/>
                  <a:pt x="1036" y="3244"/>
                </a:cubicBezTo>
                <a:cubicBezTo>
                  <a:pt x="1133" y="3340"/>
                  <a:pt x="1289" y="3340"/>
                  <a:pt x="1386" y="3244"/>
                </a:cubicBezTo>
                <a:cubicBezTo>
                  <a:pt x="1482" y="3147"/>
                  <a:pt x="1482" y="2991"/>
                  <a:pt x="1386" y="2894"/>
                </a:cubicBezTo>
                <a:cubicBezTo>
                  <a:pt x="1289" y="2798"/>
                  <a:pt x="1133" y="2798"/>
                  <a:pt x="1036" y="2894"/>
                </a:cubicBezTo>
                <a:close/>
              </a:path>
            </a:pathLst>
          </a:custGeom>
          <a:solidFill>
            <a:srgbClr val="5685B6"/>
          </a:solidFill>
          <a:ln w="3810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392" tIns="45696" rIns="91392" bIns="45696" numCol="1" anchor="t" anchorCtr="0" compatLnSpc="1"/>
          <a:lstStyle/>
          <a:p>
            <a:endParaRPr lang="zh-CN" altLang="en-US"/>
          </a:p>
        </p:txBody>
      </p:sp>
      <p:sp>
        <p:nvSpPr>
          <p:cNvPr id="5" name="TextBox 6"/>
          <p:cNvSpPr txBox="1"/>
          <p:nvPr/>
        </p:nvSpPr>
        <p:spPr>
          <a:xfrm>
            <a:off x="5407664" y="1170370"/>
            <a:ext cx="5941392" cy="6400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algn="just">
              <a:defRPr sz="2000">
                <a:solidFill>
                  <a:srgbClr val="595959"/>
                </a:solidFill>
                <a:latin typeface="微软雅黑" panose="020B0503020204020204" charset="-122"/>
                <a:ea typeface="微软雅黑"/>
              </a:defRPr>
            </a:lvl1pPr>
          </a:lstStyle>
          <a:p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Barista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Coffe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là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một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cửa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hàng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vừa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và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nhỏ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phục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vụ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các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loại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đồ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uống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như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café,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nước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giải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khát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, …</a:t>
            </a:r>
            <a:endParaRPr lang="en-US" altLang="zh-CN" sz="1800" dirty="0"/>
          </a:p>
        </p:txBody>
      </p:sp>
      <p:sp>
        <p:nvSpPr>
          <p:cNvPr id="3" name="Oval 10"/>
          <p:cNvSpPr>
            <a:spLocks noChangeArrowheads="1"/>
          </p:cNvSpPr>
          <p:nvPr/>
        </p:nvSpPr>
        <p:spPr bwMode="auto">
          <a:xfrm>
            <a:off x="4759494" y="1204880"/>
            <a:ext cx="463217" cy="463217"/>
          </a:xfrm>
          <a:prstGeom prst="ellipse">
            <a:avLst/>
          </a:prstGeom>
          <a:solidFill>
            <a:srgbClr val="5685B6"/>
          </a:solidFill>
          <a:ln w="19050">
            <a:solidFill>
              <a:schemeClr val="bg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392" tIns="45696" rIns="91392" bIns="45696" numCol="1" anchor="t" anchorCtr="0" compatLnSpc="1">
            <a:normAutofit fontScale="95000" lnSpcReduction="10000"/>
          </a:bodyPr>
          <a:lstStyle/>
          <a:p>
            <a:pPr algn="ctr"/>
            <a:r>
              <a:rPr lang="vi-VN" altLang="vi-VN">
                <a:solidFill>
                  <a:srgbClr val="F8F8F8"/>
                </a:solidFill>
                <a:latin typeface="Noto Sans"/>
                <a:ea typeface="Noto Sans"/>
              </a:rPr>
              <a:t>1</a:t>
            </a:r>
            <a:endParaRPr lang="zh-CN" altLang="en-US">
              <a:solidFill>
                <a:srgbClr val="F8F8F8"/>
              </a:solidFill>
              <a:latin typeface="Lifeline JL" panose="00000400000000000000" pitchFamily="2" charset="0"/>
              <a:ea typeface="微软雅黑"/>
            </a:endParaRPr>
          </a:p>
        </p:txBody>
      </p:sp>
      <p:sp>
        <p:nvSpPr>
          <p:cNvPr id="4" name="Oval 13"/>
          <p:cNvSpPr>
            <a:spLocks noChangeArrowheads="1"/>
          </p:cNvSpPr>
          <p:nvPr/>
        </p:nvSpPr>
        <p:spPr bwMode="auto">
          <a:xfrm>
            <a:off x="4759587" y="1973146"/>
            <a:ext cx="464474" cy="463217"/>
          </a:xfrm>
          <a:prstGeom prst="ellipse">
            <a:avLst/>
          </a:prstGeom>
          <a:solidFill>
            <a:srgbClr val="5685B6"/>
          </a:solidFill>
          <a:ln w="19050">
            <a:solidFill>
              <a:schemeClr val="bg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392" tIns="45696" rIns="91392" bIns="45696" numCol="1" anchor="t" anchorCtr="0" compatLnSpc="1">
            <a:normAutofit fontScale="95000" lnSpcReduction="10000"/>
          </a:bodyPr>
          <a:lstStyle/>
          <a:p>
            <a:pPr algn="ctr"/>
            <a:r>
              <a:rPr lang="vi-VN" altLang="vi-VN">
                <a:solidFill>
                  <a:srgbClr val="F8F8F8"/>
                </a:solidFill>
                <a:latin typeface="Noto Sans"/>
                <a:ea typeface="Noto Sans"/>
              </a:rPr>
              <a:t>2</a:t>
            </a:r>
            <a:endParaRPr lang="zh-CN" altLang="en-US">
              <a:solidFill>
                <a:srgbClr val="F8F8F8"/>
              </a:solidFill>
              <a:latin typeface="Lifeline JL" panose="00000400000000000000" pitchFamily="2" charset="0"/>
              <a:ea typeface="微软雅黑"/>
            </a:endParaRPr>
          </a:p>
        </p:txBody>
      </p:sp>
      <p:sp>
        <p:nvSpPr>
          <p:cNvPr id="21" name="Oval 13"/>
          <p:cNvSpPr>
            <a:spLocks noChangeArrowheads="1"/>
          </p:cNvSpPr>
          <p:nvPr/>
        </p:nvSpPr>
        <p:spPr bwMode="auto">
          <a:xfrm>
            <a:off x="4759587" y="2757794"/>
            <a:ext cx="464474" cy="463217"/>
          </a:xfrm>
          <a:prstGeom prst="ellipse">
            <a:avLst/>
          </a:prstGeom>
          <a:solidFill>
            <a:srgbClr val="5685B6"/>
          </a:solidFill>
          <a:ln w="19050">
            <a:solidFill>
              <a:schemeClr val="bg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392" tIns="45696" rIns="91392" bIns="45696" numCol="1" anchor="t" anchorCtr="0" compatLnSpc="1">
            <a:normAutofit fontScale="95000" lnSpcReduction="10000"/>
          </a:bodyPr>
          <a:lstStyle/>
          <a:p>
            <a:pPr algn="ctr"/>
            <a:r>
              <a:rPr lang="vi-VN" altLang="vi-VN">
                <a:solidFill>
                  <a:srgbClr val="F8F8F8"/>
                </a:solidFill>
                <a:latin typeface="Noto Sans"/>
                <a:ea typeface="Noto Sans"/>
              </a:rPr>
              <a:t>3</a:t>
            </a:r>
            <a:endParaRPr lang="zh-CN" altLang="en-US">
              <a:solidFill>
                <a:srgbClr val="F8F8F8"/>
              </a:solidFill>
              <a:latin typeface="Lifeline JL" panose="00000400000000000000" pitchFamily="2" charset="0"/>
              <a:ea typeface="微软雅黑"/>
            </a:endParaRPr>
          </a:p>
        </p:txBody>
      </p:sp>
      <p:sp>
        <p:nvSpPr>
          <p:cNvPr id="25" name="Oval 13"/>
          <p:cNvSpPr>
            <a:spLocks noChangeArrowheads="1"/>
          </p:cNvSpPr>
          <p:nvPr/>
        </p:nvSpPr>
        <p:spPr bwMode="auto">
          <a:xfrm>
            <a:off x="4759587" y="3632820"/>
            <a:ext cx="464474" cy="463217"/>
          </a:xfrm>
          <a:prstGeom prst="ellipse">
            <a:avLst/>
          </a:prstGeom>
          <a:solidFill>
            <a:srgbClr val="5685B6"/>
          </a:solidFill>
          <a:ln w="19050">
            <a:solidFill>
              <a:schemeClr val="bg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392" tIns="45696" rIns="91392" bIns="45696" numCol="1" anchor="t" anchorCtr="0" compatLnSpc="1">
            <a:normAutofit fontScale="95000" lnSpcReduction="10000"/>
          </a:bodyPr>
          <a:lstStyle/>
          <a:p>
            <a:pPr algn="ctr"/>
            <a:r>
              <a:rPr lang="vi-VN" altLang="vi-VN">
                <a:solidFill>
                  <a:srgbClr val="F8F8F8"/>
                </a:solidFill>
                <a:latin typeface="Noto Sans"/>
                <a:ea typeface="Noto Sans"/>
              </a:rPr>
              <a:t>4</a:t>
            </a:r>
            <a:endParaRPr lang="zh-CN" altLang="en-US">
              <a:solidFill>
                <a:srgbClr val="F8F8F8"/>
              </a:solidFill>
              <a:latin typeface="Lifeline JL" panose="00000400000000000000" pitchFamily="2" charset="0"/>
              <a:ea typeface="微软雅黑"/>
            </a:endParaRPr>
          </a:p>
        </p:txBody>
      </p:sp>
      <p:sp>
        <p:nvSpPr>
          <p:cNvPr id="35" name="Oval 13"/>
          <p:cNvSpPr>
            <a:spLocks noChangeArrowheads="1"/>
          </p:cNvSpPr>
          <p:nvPr/>
        </p:nvSpPr>
        <p:spPr bwMode="auto">
          <a:xfrm>
            <a:off x="4759587" y="4521464"/>
            <a:ext cx="464474" cy="463217"/>
          </a:xfrm>
          <a:prstGeom prst="ellipse">
            <a:avLst/>
          </a:prstGeom>
          <a:solidFill>
            <a:srgbClr val="5685B6"/>
          </a:solidFill>
          <a:ln w="19050">
            <a:solidFill>
              <a:schemeClr val="bg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392" tIns="45696" rIns="91392" bIns="45696" numCol="1" anchor="t" anchorCtr="0" compatLnSpc="1">
            <a:normAutofit fontScale="95000" lnSpcReduction="10000"/>
          </a:bodyPr>
          <a:lstStyle/>
          <a:p>
            <a:pPr algn="ctr"/>
            <a:r>
              <a:rPr lang="vi-VN" altLang="vi-VN">
                <a:solidFill>
                  <a:srgbClr val="F8F8F8"/>
                </a:solidFill>
                <a:latin typeface="Noto Sans"/>
                <a:ea typeface="Noto Sans"/>
              </a:rPr>
              <a:t>5</a:t>
            </a:r>
            <a:endParaRPr lang="zh-CN" altLang="en-US">
              <a:solidFill>
                <a:srgbClr val="F8F8F8"/>
              </a:solidFill>
              <a:latin typeface="Lifeline JL" panose="00000400000000000000" pitchFamily="2" charset="0"/>
              <a:ea typeface="微软雅黑"/>
            </a:endParaRPr>
          </a:p>
        </p:txBody>
      </p:sp>
      <p:sp>
        <p:nvSpPr>
          <p:cNvPr id="42" name="Freeform 21"/>
          <p:cNvSpPr>
            <a:spLocks noEditPoints="1"/>
          </p:cNvSpPr>
          <p:nvPr/>
        </p:nvSpPr>
        <p:spPr bwMode="auto">
          <a:xfrm>
            <a:off x="2032000" y="3002280"/>
            <a:ext cx="1188085" cy="1216025"/>
          </a:xfrm>
          <a:custGeom>
            <a:avLst/>
            <a:gdLst>
              <a:gd name="T0" fmla="*/ 429 w 563"/>
              <a:gd name="T1" fmla="*/ 130 h 595"/>
              <a:gd name="T2" fmla="*/ 419 w 563"/>
              <a:gd name="T3" fmla="*/ 63 h 595"/>
              <a:gd name="T4" fmla="*/ 460 w 563"/>
              <a:gd name="T5" fmla="*/ 170 h 595"/>
              <a:gd name="T6" fmla="*/ 229 w 563"/>
              <a:gd name="T7" fmla="*/ 200 h 595"/>
              <a:gd name="T8" fmla="*/ 460 w 563"/>
              <a:gd name="T9" fmla="*/ 170 h 595"/>
              <a:gd name="T10" fmla="*/ 229 w 563"/>
              <a:gd name="T11" fmla="*/ 234 h 595"/>
              <a:gd name="T12" fmla="*/ 460 w 563"/>
              <a:gd name="T13" fmla="*/ 264 h 595"/>
              <a:gd name="T14" fmla="*/ 460 w 563"/>
              <a:gd name="T15" fmla="*/ 303 h 595"/>
              <a:gd name="T16" fmla="*/ 384 w 563"/>
              <a:gd name="T17" fmla="*/ 333 h 595"/>
              <a:gd name="T18" fmla="*/ 460 w 563"/>
              <a:gd name="T19" fmla="*/ 303 h 595"/>
              <a:gd name="T20" fmla="*/ 229 w 563"/>
              <a:gd name="T21" fmla="*/ 104 h 595"/>
              <a:gd name="T22" fmla="*/ 359 w 563"/>
              <a:gd name="T23" fmla="*/ 134 h 595"/>
              <a:gd name="T24" fmla="*/ 174 w 563"/>
              <a:gd name="T25" fmla="*/ 490 h 595"/>
              <a:gd name="T26" fmla="*/ 265 w 563"/>
              <a:gd name="T27" fmla="*/ 438 h 595"/>
              <a:gd name="T28" fmla="*/ 174 w 563"/>
              <a:gd name="T29" fmla="*/ 490 h 595"/>
              <a:gd name="T30" fmla="*/ 113 w 563"/>
              <a:gd name="T31" fmla="*/ 402 h 595"/>
              <a:gd name="T32" fmla="*/ 208 w 563"/>
              <a:gd name="T33" fmla="*/ 448 h 595"/>
              <a:gd name="T34" fmla="*/ 219 w 563"/>
              <a:gd name="T35" fmla="*/ 341 h 595"/>
              <a:gd name="T36" fmla="*/ 98 w 563"/>
              <a:gd name="T37" fmla="*/ 252 h 595"/>
              <a:gd name="T38" fmla="*/ 63 w 563"/>
              <a:gd name="T39" fmla="*/ 192 h 595"/>
              <a:gd name="T40" fmla="*/ 7 w 563"/>
              <a:gd name="T41" fmla="*/ 249 h 595"/>
              <a:gd name="T42" fmla="*/ 73 w 563"/>
              <a:gd name="T43" fmla="*/ 408 h 595"/>
              <a:gd name="T44" fmla="*/ 35 w 563"/>
              <a:gd name="T45" fmla="*/ 286 h 595"/>
              <a:gd name="T46" fmla="*/ 49 w 563"/>
              <a:gd name="T47" fmla="*/ 252 h 595"/>
              <a:gd name="T48" fmla="*/ 122 w 563"/>
              <a:gd name="T49" fmla="*/ 210 h 595"/>
              <a:gd name="T50" fmla="*/ 439 w 563"/>
              <a:gd name="T51" fmla="*/ 0 h 595"/>
              <a:gd name="T52" fmla="*/ 133 w 563"/>
              <a:gd name="T53" fmla="*/ 78 h 595"/>
              <a:gd name="T54" fmla="*/ 192 w 563"/>
              <a:gd name="T55" fmla="*/ 247 h 595"/>
              <a:gd name="T56" fmla="*/ 211 w 563"/>
              <a:gd name="T57" fmla="*/ 59 h 595"/>
              <a:gd name="T58" fmla="*/ 392 w 563"/>
              <a:gd name="T59" fmla="*/ 142 h 595"/>
              <a:gd name="T60" fmla="*/ 504 w 563"/>
              <a:gd name="T61" fmla="*/ 157 h 595"/>
              <a:gd name="T62" fmla="*/ 484 w 563"/>
              <a:gd name="T63" fmla="*/ 465 h 595"/>
              <a:gd name="T64" fmla="*/ 318 w 563"/>
              <a:gd name="T65" fmla="*/ 524 h 595"/>
              <a:gd name="T66" fmla="*/ 563 w 563"/>
              <a:gd name="T67" fmla="*/ 446 h 595"/>
              <a:gd name="T68" fmla="*/ 439 w 563"/>
              <a:gd name="T69" fmla="*/ 0 h 5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63" h="595">
                <a:moveTo>
                  <a:pt x="486" y="130"/>
                </a:moveTo>
                <a:lnTo>
                  <a:pt x="429" y="130"/>
                </a:lnTo>
                <a:cubicBezTo>
                  <a:pt x="424" y="130"/>
                  <a:pt x="419" y="125"/>
                  <a:pt x="419" y="120"/>
                </a:cubicBezTo>
                <a:lnTo>
                  <a:pt x="419" y="63"/>
                </a:lnTo>
                <a:lnTo>
                  <a:pt x="486" y="130"/>
                </a:lnTo>
                <a:close/>
                <a:moveTo>
                  <a:pt x="460" y="170"/>
                </a:moveTo>
                <a:lnTo>
                  <a:pt x="229" y="170"/>
                </a:lnTo>
                <a:lnTo>
                  <a:pt x="229" y="200"/>
                </a:lnTo>
                <a:lnTo>
                  <a:pt x="460" y="200"/>
                </a:lnTo>
                <a:lnTo>
                  <a:pt x="460" y="170"/>
                </a:lnTo>
                <a:close/>
                <a:moveTo>
                  <a:pt x="460" y="234"/>
                </a:moveTo>
                <a:lnTo>
                  <a:pt x="229" y="234"/>
                </a:lnTo>
                <a:lnTo>
                  <a:pt x="229" y="264"/>
                </a:lnTo>
                <a:lnTo>
                  <a:pt x="460" y="264"/>
                </a:lnTo>
                <a:lnTo>
                  <a:pt x="460" y="234"/>
                </a:lnTo>
                <a:close/>
                <a:moveTo>
                  <a:pt x="460" y="303"/>
                </a:moveTo>
                <a:lnTo>
                  <a:pt x="384" y="303"/>
                </a:lnTo>
                <a:lnTo>
                  <a:pt x="384" y="333"/>
                </a:lnTo>
                <a:lnTo>
                  <a:pt x="460" y="333"/>
                </a:lnTo>
                <a:lnTo>
                  <a:pt x="460" y="303"/>
                </a:lnTo>
                <a:close/>
                <a:moveTo>
                  <a:pt x="359" y="104"/>
                </a:moveTo>
                <a:lnTo>
                  <a:pt x="229" y="104"/>
                </a:lnTo>
                <a:lnTo>
                  <a:pt x="229" y="134"/>
                </a:lnTo>
                <a:lnTo>
                  <a:pt x="359" y="134"/>
                </a:lnTo>
                <a:lnTo>
                  <a:pt x="359" y="104"/>
                </a:lnTo>
                <a:close/>
                <a:moveTo>
                  <a:pt x="174" y="490"/>
                </a:moveTo>
                <a:cubicBezTo>
                  <a:pt x="226" y="553"/>
                  <a:pt x="279" y="595"/>
                  <a:pt x="291" y="588"/>
                </a:cubicBezTo>
                <a:cubicBezTo>
                  <a:pt x="303" y="581"/>
                  <a:pt x="293" y="515"/>
                  <a:pt x="265" y="438"/>
                </a:cubicBezTo>
                <a:cubicBezTo>
                  <a:pt x="250" y="448"/>
                  <a:pt x="236" y="457"/>
                  <a:pt x="220" y="466"/>
                </a:cubicBezTo>
                <a:cubicBezTo>
                  <a:pt x="205" y="475"/>
                  <a:pt x="190" y="483"/>
                  <a:pt x="174" y="490"/>
                </a:cubicBezTo>
                <a:close/>
                <a:moveTo>
                  <a:pt x="54" y="274"/>
                </a:moveTo>
                <a:cubicBezTo>
                  <a:pt x="64" y="309"/>
                  <a:pt x="85" y="353"/>
                  <a:pt x="113" y="402"/>
                </a:cubicBezTo>
                <a:cubicBezTo>
                  <a:pt x="127" y="427"/>
                  <a:pt x="144" y="451"/>
                  <a:pt x="161" y="473"/>
                </a:cubicBezTo>
                <a:cubicBezTo>
                  <a:pt x="176" y="465"/>
                  <a:pt x="192" y="457"/>
                  <a:pt x="208" y="448"/>
                </a:cubicBezTo>
                <a:cubicBezTo>
                  <a:pt x="225" y="439"/>
                  <a:pt x="241" y="428"/>
                  <a:pt x="256" y="417"/>
                </a:cubicBezTo>
                <a:cubicBezTo>
                  <a:pt x="246" y="392"/>
                  <a:pt x="234" y="366"/>
                  <a:pt x="219" y="341"/>
                </a:cubicBezTo>
                <a:cubicBezTo>
                  <a:pt x="191" y="292"/>
                  <a:pt x="163" y="252"/>
                  <a:pt x="138" y="226"/>
                </a:cubicBezTo>
                <a:cubicBezTo>
                  <a:pt x="125" y="234"/>
                  <a:pt x="112" y="244"/>
                  <a:pt x="98" y="252"/>
                </a:cubicBezTo>
                <a:cubicBezTo>
                  <a:pt x="83" y="260"/>
                  <a:pt x="69" y="267"/>
                  <a:pt x="54" y="274"/>
                </a:cubicBezTo>
                <a:close/>
                <a:moveTo>
                  <a:pt x="63" y="192"/>
                </a:moveTo>
                <a:cubicBezTo>
                  <a:pt x="55" y="197"/>
                  <a:pt x="50" y="205"/>
                  <a:pt x="48" y="215"/>
                </a:cubicBezTo>
                <a:cubicBezTo>
                  <a:pt x="33" y="219"/>
                  <a:pt x="18" y="229"/>
                  <a:pt x="7" y="249"/>
                </a:cubicBezTo>
                <a:cubicBezTo>
                  <a:pt x="0" y="265"/>
                  <a:pt x="2" y="289"/>
                  <a:pt x="12" y="307"/>
                </a:cubicBezTo>
                <a:cubicBezTo>
                  <a:pt x="29" y="338"/>
                  <a:pt x="52" y="377"/>
                  <a:pt x="73" y="408"/>
                </a:cubicBezTo>
                <a:cubicBezTo>
                  <a:pt x="86" y="413"/>
                  <a:pt x="83" y="386"/>
                  <a:pt x="78" y="379"/>
                </a:cubicBezTo>
                <a:cubicBezTo>
                  <a:pt x="62" y="354"/>
                  <a:pt x="48" y="331"/>
                  <a:pt x="35" y="286"/>
                </a:cubicBezTo>
                <a:cubicBezTo>
                  <a:pt x="32" y="265"/>
                  <a:pt x="41" y="256"/>
                  <a:pt x="48" y="246"/>
                </a:cubicBezTo>
                <a:cubicBezTo>
                  <a:pt x="48" y="248"/>
                  <a:pt x="48" y="250"/>
                  <a:pt x="49" y="252"/>
                </a:cubicBezTo>
                <a:cubicBezTo>
                  <a:pt x="61" y="247"/>
                  <a:pt x="73" y="240"/>
                  <a:pt x="86" y="234"/>
                </a:cubicBezTo>
                <a:cubicBezTo>
                  <a:pt x="98" y="227"/>
                  <a:pt x="110" y="218"/>
                  <a:pt x="122" y="210"/>
                </a:cubicBezTo>
                <a:cubicBezTo>
                  <a:pt x="99" y="190"/>
                  <a:pt x="79" y="183"/>
                  <a:pt x="63" y="192"/>
                </a:cubicBezTo>
                <a:close/>
                <a:moveTo>
                  <a:pt x="439" y="0"/>
                </a:moveTo>
                <a:lnTo>
                  <a:pt x="211" y="0"/>
                </a:lnTo>
                <a:cubicBezTo>
                  <a:pt x="168" y="0"/>
                  <a:pt x="133" y="35"/>
                  <a:pt x="133" y="78"/>
                </a:cubicBezTo>
                <a:lnTo>
                  <a:pt x="133" y="183"/>
                </a:lnTo>
                <a:cubicBezTo>
                  <a:pt x="158" y="203"/>
                  <a:pt x="173" y="221"/>
                  <a:pt x="192" y="247"/>
                </a:cubicBezTo>
                <a:lnTo>
                  <a:pt x="192" y="78"/>
                </a:lnTo>
                <a:cubicBezTo>
                  <a:pt x="192" y="68"/>
                  <a:pt x="201" y="59"/>
                  <a:pt x="211" y="59"/>
                </a:cubicBezTo>
                <a:lnTo>
                  <a:pt x="392" y="59"/>
                </a:lnTo>
                <a:lnTo>
                  <a:pt x="392" y="142"/>
                </a:lnTo>
                <a:cubicBezTo>
                  <a:pt x="392" y="150"/>
                  <a:pt x="399" y="157"/>
                  <a:pt x="407" y="157"/>
                </a:cubicBezTo>
                <a:lnTo>
                  <a:pt x="504" y="157"/>
                </a:lnTo>
                <a:lnTo>
                  <a:pt x="504" y="446"/>
                </a:lnTo>
                <a:cubicBezTo>
                  <a:pt x="504" y="457"/>
                  <a:pt x="495" y="465"/>
                  <a:pt x="484" y="465"/>
                </a:cubicBezTo>
                <a:lnTo>
                  <a:pt x="303" y="465"/>
                </a:lnTo>
                <a:cubicBezTo>
                  <a:pt x="309" y="485"/>
                  <a:pt x="315" y="505"/>
                  <a:pt x="318" y="524"/>
                </a:cubicBezTo>
                <a:lnTo>
                  <a:pt x="484" y="524"/>
                </a:lnTo>
                <a:cubicBezTo>
                  <a:pt x="528" y="524"/>
                  <a:pt x="563" y="489"/>
                  <a:pt x="563" y="446"/>
                </a:cubicBezTo>
                <a:lnTo>
                  <a:pt x="563" y="124"/>
                </a:lnTo>
                <a:lnTo>
                  <a:pt x="439" y="0"/>
                </a:lnTo>
                <a:close/>
              </a:path>
            </a:pathLst>
          </a:custGeom>
          <a:solidFill>
            <a:srgbClr val="4F80B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07664" y="1881570"/>
            <a:ext cx="5941392" cy="6400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algn="just">
              <a:defRPr sz="2000">
                <a:solidFill>
                  <a:srgbClr val="595959"/>
                </a:solidFill>
                <a:latin typeface="微软雅黑" panose="020B0503020204020204" charset="-122"/>
                <a:ea typeface="微软雅黑"/>
              </a:defRPr>
            </a:lvl1pPr>
          </a:lstStyle>
          <a:p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Mọi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công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việc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quản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lý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và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kinh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doanh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đang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được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thực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hiện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thủ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công</a:t>
            </a:r>
            <a:endParaRPr lang="en-US" altLang="zh-CN" sz="1800" dirty="0"/>
          </a:p>
        </p:txBody>
      </p:sp>
      <p:sp>
        <p:nvSpPr>
          <p:cNvPr id="8" name="TextBox 6"/>
          <p:cNvSpPr txBox="1"/>
          <p:nvPr/>
        </p:nvSpPr>
        <p:spPr>
          <a:xfrm>
            <a:off x="5407664" y="2757870"/>
            <a:ext cx="5941392" cy="6400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algn="just">
              <a:defRPr sz="2000">
                <a:solidFill>
                  <a:srgbClr val="595959"/>
                </a:solidFill>
                <a:latin typeface="微软雅黑" panose="020B0503020204020204" charset="-122"/>
                <a:ea typeface="微软雅黑"/>
              </a:defRPr>
            </a:lvl1pPr>
          </a:lstStyle>
          <a:p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Khó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khăn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trong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việc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thống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kê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,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theo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dõi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dữ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liệu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kinh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doanh</a:t>
            </a:r>
            <a:endParaRPr lang="en-US" altLang="zh-CN" sz="1800" dirty="0"/>
          </a:p>
        </p:txBody>
      </p:sp>
      <p:sp>
        <p:nvSpPr>
          <p:cNvPr id="9" name="TextBox 6"/>
          <p:cNvSpPr txBox="1"/>
          <p:nvPr/>
        </p:nvSpPr>
        <p:spPr>
          <a:xfrm>
            <a:off x="5407664" y="3632900"/>
            <a:ext cx="5941392" cy="6400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algn="just">
              <a:defRPr sz="2000">
                <a:solidFill>
                  <a:srgbClr val="595959"/>
                </a:solidFill>
                <a:latin typeface="微软雅黑" panose="020B0503020204020204" charset="-122"/>
                <a:ea typeface="微软雅黑"/>
              </a:defRPr>
            </a:lvl1pPr>
          </a:lstStyle>
          <a:p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Yêu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cầu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một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hệ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thống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quản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lý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toàn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diện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cho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chủ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cửa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hàng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và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nhân</a:t>
            </a:r>
            <a:r>
              <a:rPr lang="en-US" altLang="zh-C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zh-C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viên</a:t>
            </a:r>
            <a:endParaRPr lang="en-US" altLang="zh-CN" sz="1800" dirty="0"/>
          </a:p>
        </p:txBody>
      </p:sp>
      <p:sp>
        <p:nvSpPr>
          <p:cNvPr id="10" name="TextBox 6"/>
          <p:cNvSpPr txBox="1"/>
          <p:nvPr/>
        </p:nvSpPr>
        <p:spPr>
          <a:xfrm>
            <a:off x="5407664" y="4521265"/>
            <a:ext cx="5941392" cy="6400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algn="just">
              <a:defRPr sz="2000">
                <a:solidFill>
                  <a:srgbClr val="595959"/>
                </a:solidFill>
                <a:latin typeface="微软雅黑" panose="020B0503020204020204" charset="-122"/>
                <a:ea typeface="微软雅黑"/>
              </a:defRPr>
            </a:lvl1pPr>
          </a:lstStyle>
          <a:p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Cần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tích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hợp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Ai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hỗ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trợ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khách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hàng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và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dự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đoán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doanh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thu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cho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chủ</a:t>
            </a:r>
            <a:r>
              <a:rPr lang="en-US" altLang="vi-VN" sz="1800" dirty="0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 </a:t>
            </a:r>
            <a:r>
              <a:rPr lang="en-US" altLang="vi-VN" sz="1800" dirty="0" err="1">
                <a:solidFill>
                  <a:schemeClr val="bg1"/>
                </a:solidFill>
                <a:latin typeface="Noto Sans"/>
                <a:ea typeface="Noto Sans"/>
                <a:cs typeface="+mn-ea"/>
                <a:sym typeface="+mn-lt"/>
              </a:rPr>
              <a:t>quán</a:t>
            </a:r>
            <a:endParaRPr lang="en-US" altLang="zh-CN" sz="1800" dirty="0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90A0959B-0EAC-B204-8498-1FED7599A5FA}"/>
              </a:ext>
            </a:extLst>
          </p:cNvPr>
          <p:cNvSpPr/>
          <p:nvPr/>
        </p:nvSpPr>
        <p:spPr bwMode="auto">
          <a:xfrm>
            <a:off x="358946" y="333423"/>
            <a:ext cx="4318562" cy="314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>
            <a:normAutofit lnSpcReduction="10000"/>
          </a:bodyPr>
          <a:lstStyle/>
          <a:p>
            <a:pPr defTabSz="96774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1F497D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Bebas Neue" charset="0"/>
              </a:rPr>
              <a:t>KHẢO SÁT THỰC TẾ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C38D2-1F63-E371-3784-5230A076E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8E50788A-8AB0-3005-1AEE-3109BCEABAA1}"/>
              </a:ext>
            </a:extLst>
          </p:cNvPr>
          <p:cNvSpPr/>
          <p:nvPr/>
        </p:nvSpPr>
        <p:spPr>
          <a:xfrm>
            <a:off x="0" y="133350"/>
            <a:ext cx="171450" cy="51435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45">
            <a:extLst>
              <a:ext uri="{FF2B5EF4-FFF2-40B4-BE49-F238E27FC236}">
                <a16:creationId xmlns:a16="http://schemas.microsoft.com/office/drawing/2014/main" id="{F68C4E77-B29D-BE95-C04B-907B0107F193}"/>
              </a:ext>
            </a:extLst>
          </p:cNvPr>
          <p:cNvSpPr/>
          <p:nvPr/>
        </p:nvSpPr>
        <p:spPr bwMode="auto">
          <a:xfrm>
            <a:off x="358946" y="333423"/>
            <a:ext cx="4318562" cy="314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>
            <a:normAutofit lnSpcReduction="10000"/>
          </a:bodyPr>
          <a:lstStyle/>
          <a:p>
            <a:pPr defTabSz="96774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1F497D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Bebas Neue" charset="0"/>
              </a:rPr>
              <a:t>PHÂN TÍCH THIẾT KẾ</a:t>
            </a:r>
          </a:p>
        </p:txBody>
      </p:sp>
      <p:pic>
        <p:nvPicPr>
          <p:cNvPr id="3084" name="Picture 12">
            <a:extLst>
              <a:ext uri="{FF2B5EF4-FFF2-40B4-BE49-F238E27FC236}">
                <a16:creationId xmlns:a16="http://schemas.microsoft.com/office/drawing/2014/main" id="{65C91D4B-2DE6-351A-F958-F6D2AB492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106" y="-414318"/>
            <a:ext cx="8365798" cy="8169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1260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16A2D-C26D-91FC-CF86-9E0EACD9B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6A25AB71-BF73-9187-C65D-ACDDF03907A4}"/>
              </a:ext>
            </a:extLst>
          </p:cNvPr>
          <p:cNvSpPr/>
          <p:nvPr/>
        </p:nvSpPr>
        <p:spPr>
          <a:xfrm>
            <a:off x="0" y="133350"/>
            <a:ext cx="171450" cy="51435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45">
            <a:extLst>
              <a:ext uri="{FF2B5EF4-FFF2-40B4-BE49-F238E27FC236}">
                <a16:creationId xmlns:a16="http://schemas.microsoft.com/office/drawing/2014/main" id="{2D85E57F-37C6-8DDA-C219-4320F3FE3D8A}"/>
              </a:ext>
            </a:extLst>
          </p:cNvPr>
          <p:cNvSpPr/>
          <p:nvPr/>
        </p:nvSpPr>
        <p:spPr bwMode="auto">
          <a:xfrm>
            <a:off x="358946" y="333423"/>
            <a:ext cx="4318562" cy="314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>
            <a:normAutofit lnSpcReduction="10000"/>
          </a:bodyPr>
          <a:lstStyle/>
          <a:p>
            <a:pPr defTabSz="96774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1F497D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Bebas Neue" charset="0"/>
              </a:rPr>
              <a:t>PHÂN TÍCH THIẾT KẾ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B66D9BC-EF1E-2FAC-8292-AC44EDDE7C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21" b="9615"/>
          <a:stretch>
            <a:fillRect/>
          </a:stretch>
        </p:blipFill>
        <p:spPr bwMode="auto">
          <a:xfrm>
            <a:off x="1152892" y="208282"/>
            <a:ext cx="9380293" cy="6649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23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97721-6033-3896-CAF6-AF272CD34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3F8E055E-60C4-5F11-2353-C8F0E74A234C}"/>
              </a:ext>
            </a:extLst>
          </p:cNvPr>
          <p:cNvSpPr/>
          <p:nvPr/>
        </p:nvSpPr>
        <p:spPr>
          <a:xfrm>
            <a:off x="0" y="133350"/>
            <a:ext cx="171450" cy="51435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45">
            <a:extLst>
              <a:ext uri="{FF2B5EF4-FFF2-40B4-BE49-F238E27FC236}">
                <a16:creationId xmlns:a16="http://schemas.microsoft.com/office/drawing/2014/main" id="{687AB9D1-361A-CE70-ADB7-4768A4A1D905}"/>
              </a:ext>
            </a:extLst>
          </p:cNvPr>
          <p:cNvSpPr/>
          <p:nvPr/>
        </p:nvSpPr>
        <p:spPr bwMode="auto">
          <a:xfrm>
            <a:off x="358946" y="333423"/>
            <a:ext cx="4318562" cy="314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>
            <a:normAutofit lnSpcReduction="10000"/>
          </a:bodyPr>
          <a:lstStyle/>
          <a:p>
            <a:pPr defTabSz="96774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1F497D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Bebas Neue" charset="0"/>
              </a:rPr>
              <a:t>PHÂN TÍCH THIẾT KẾ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E89D036C-E91B-114E-9672-AC9AED5086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51" b="4862"/>
          <a:stretch>
            <a:fillRect/>
          </a:stretch>
        </p:blipFill>
        <p:spPr bwMode="auto">
          <a:xfrm>
            <a:off x="905609" y="814203"/>
            <a:ext cx="9427430" cy="5956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6880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1BFC7-3390-B879-3FEE-B490B4B89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78" name="Straight Arrow Connector 6177">
            <a:extLst>
              <a:ext uri="{FF2B5EF4-FFF2-40B4-BE49-F238E27FC236}">
                <a16:creationId xmlns:a16="http://schemas.microsoft.com/office/drawing/2014/main" id="{0F1B63F7-E157-F3AF-DDC7-13CA9DD1D3AD}"/>
              </a:ext>
            </a:extLst>
          </p:cNvPr>
          <p:cNvCxnSpPr/>
          <p:nvPr/>
        </p:nvCxnSpPr>
        <p:spPr>
          <a:xfrm>
            <a:off x="3817935" y="1334027"/>
            <a:ext cx="5302389" cy="535274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F5BDF5E4-1EB2-94B0-9191-A88F6EA2B656}"/>
              </a:ext>
            </a:extLst>
          </p:cNvPr>
          <p:cNvSpPr/>
          <p:nvPr/>
        </p:nvSpPr>
        <p:spPr>
          <a:xfrm>
            <a:off x="0" y="133350"/>
            <a:ext cx="171450" cy="51435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45">
            <a:extLst>
              <a:ext uri="{FF2B5EF4-FFF2-40B4-BE49-F238E27FC236}">
                <a16:creationId xmlns:a16="http://schemas.microsoft.com/office/drawing/2014/main" id="{E7103F95-8C91-B9FB-A1A0-71D32CB8D08C}"/>
              </a:ext>
            </a:extLst>
          </p:cNvPr>
          <p:cNvSpPr/>
          <p:nvPr/>
        </p:nvSpPr>
        <p:spPr bwMode="auto">
          <a:xfrm>
            <a:off x="358946" y="333423"/>
            <a:ext cx="4318562" cy="314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>
            <a:normAutofit lnSpcReduction="10000"/>
          </a:bodyPr>
          <a:lstStyle/>
          <a:p>
            <a:pPr defTabSz="96774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1F497D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Bebas Neue" charset="0"/>
              </a:rPr>
              <a:t>PHÂN TÍCH THIẾT KẾ</a:t>
            </a:r>
          </a:p>
        </p:txBody>
      </p:sp>
      <p:grpSp>
        <p:nvGrpSpPr>
          <p:cNvPr id="6158" name="Group 6157">
            <a:extLst>
              <a:ext uri="{FF2B5EF4-FFF2-40B4-BE49-F238E27FC236}">
                <a16:creationId xmlns:a16="http://schemas.microsoft.com/office/drawing/2014/main" id="{FC5CC445-CB9C-E7E0-4620-77FCACB8E1CA}"/>
              </a:ext>
            </a:extLst>
          </p:cNvPr>
          <p:cNvGrpSpPr/>
          <p:nvPr/>
        </p:nvGrpSpPr>
        <p:grpSpPr>
          <a:xfrm>
            <a:off x="1282766" y="2422641"/>
            <a:ext cx="3133871" cy="801856"/>
            <a:chOff x="1074807" y="2495342"/>
            <a:chExt cx="3133871" cy="80185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8364D1A-6DDC-70F6-276E-0E9F50044CB2}"/>
                </a:ext>
              </a:extLst>
            </p:cNvPr>
            <p:cNvSpPr txBox="1"/>
            <p:nvPr/>
          </p:nvSpPr>
          <p:spPr>
            <a:xfrm>
              <a:off x="1877911" y="2495342"/>
              <a:ext cx="23307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b="1" dirty="0">
                  <a:solidFill>
                    <a:srgbClr val="92BD39"/>
                  </a:solidFill>
                  <a:latin typeface="Roboto"/>
                </a:rPr>
                <a:t>Theo </a:t>
              </a:r>
              <a:r>
                <a:rPr b="1" dirty="0" err="1">
                  <a:solidFill>
                    <a:srgbClr val="92BD39"/>
                  </a:solidFill>
                  <a:latin typeface="Roboto"/>
                </a:rPr>
                <a:t>dõi</a:t>
              </a:r>
              <a:r>
                <a:rPr b="1" dirty="0">
                  <a:solidFill>
                    <a:srgbClr val="92BD39"/>
                  </a:solidFill>
                  <a:latin typeface="Roboto"/>
                </a:rPr>
                <a:t> </a:t>
              </a:r>
              <a:r>
                <a:rPr b="1" dirty="0" err="1">
                  <a:solidFill>
                    <a:srgbClr val="92BD39"/>
                  </a:solidFill>
                  <a:latin typeface="Roboto"/>
                </a:rPr>
                <a:t>thông</a:t>
              </a:r>
              <a:r>
                <a:rPr b="1" dirty="0">
                  <a:solidFill>
                    <a:srgbClr val="92BD39"/>
                  </a:solidFill>
                  <a:latin typeface="Roboto"/>
                </a:rPr>
                <a:t> tin </a:t>
              </a:r>
              <a:r>
                <a:rPr b="1" dirty="0" err="1">
                  <a:solidFill>
                    <a:srgbClr val="92BD39"/>
                  </a:solidFill>
                  <a:latin typeface="Roboto"/>
                </a:rPr>
                <a:t>bàn</a:t>
              </a:r>
              <a:endParaRPr b="1" dirty="0">
                <a:solidFill>
                  <a:srgbClr val="92BD39"/>
                </a:solidFill>
                <a:latin typeface="Roboto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8FF11AF-275A-C37D-FC43-7C9254949F36}"/>
                </a:ext>
              </a:extLst>
            </p:cNvPr>
            <p:cNvSpPr txBox="1"/>
            <p:nvPr/>
          </p:nvSpPr>
          <p:spPr>
            <a:xfrm>
              <a:off x="1074807" y="2743200"/>
              <a:ext cx="3133871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b="0">
                  <a:solidFill>
                    <a:srgbClr val="484848"/>
                  </a:solidFill>
                  <a:latin typeface="Roboto"/>
                </a:rPr>
                <a:t>Khách hàng theo dõi trạng thái
bàn hiện tại</a:t>
              </a:r>
            </a:p>
          </p:txBody>
        </p:sp>
      </p:grpSp>
      <p:grpSp>
        <p:nvGrpSpPr>
          <p:cNvPr id="6155" name="Group 6154">
            <a:extLst>
              <a:ext uri="{FF2B5EF4-FFF2-40B4-BE49-F238E27FC236}">
                <a16:creationId xmlns:a16="http://schemas.microsoft.com/office/drawing/2014/main" id="{FC6B395E-DD7E-D8C0-33BD-A1907285DF7D}"/>
              </a:ext>
            </a:extLst>
          </p:cNvPr>
          <p:cNvGrpSpPr/>
          <p:nvPr/>
        </p:nvGrpSpPr>
        <p:grpSpPr>
          <a:xfrm>
            <a:off x="4912463" y="1334027"/>
            <a:ext cx="3343864" cy="826141"/>
            <a:chOff x="4883609" y="1948543"/>
            <a:chExt cx="3343864" cy="82614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BD9D89B-6651-9559-5AE9-D47E5C410EC2}"/>
                </a:ext>
              </a:extLst>
            </p:cNvPr>
            <p:cNvSpPr txBox="1"/>
            <p:nvPr/>
          </p:nvSpPr>
          <p:spPr>
            <a:xfrm>
              <a:off x="4883609" y="2220686"/>
              <a:ext cx="3343864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0" dirty="0" err="1">
                  <a:solidFill>
                    <a:srgbClr val="484848"/>
                  </a:solidFill>
                  <a:latin typeface="Roboto"/>
                </a:rPr>
                <a:t>Khách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hàng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xem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danh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sách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thực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
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đơn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chi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tiết</a:t>
              </a:r>
              <a:endParaRPr b="0" dirty="0">
                <a:solidFill>
                  <a:srgbClr val="484848"/>
                </a:solidFill>
                <a:latin typeface="Roboto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605E016-56EB-8442-4E7A-D2D275744ACB}"/>
                </a:ext>
              </a:extLst>
            </p:cNvPr>
            <p:cNvSpPr txBox="1"/>
            <p:nvPr/>
          </p:nvSpPr>
          <p:spPr>
            <a:xfrm>
              <a:off x="4883609" y="1948543"/>
              <a:ext cx="189955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dirty="0">
                  <a:solidFill>
                    <a:srgbClr val="3CC583"/>
                  </a:solidFill>
                  <a:latin typeface="Roboto"/>
                </a:rPr>
                <a:t>Theo </a:t>
              </a:r>
              <a:r>
                <a:rPr b="1" dirty="0" err="1">
                  <a:solidFill>
                    <a:srgbClr val="3CC583"/>
                  </a:solidFill>
                  <a:latin typeface="Roboto"/>
                </a:rPr>
                <a:t>dõi</a:t>
              </a:r>
              <a:r>
                <a:rPr b="1" dirty="0">
                  <a:solidFill>
                    <a:srgbClr val="3CC583"/>
                  </a:solidFill>
                  <a:latin typeface="Roboto"/>
                </a:rPr>
                <a:t> </a:t>
              </a:r>
              <a:r>
                <a:rPr b="1" dirty="0" err="1">
                  <a:solidFill>
                    <a:srgbClr val="3CC583"/>
                  </a:solidFill>
                  <a:latin typeface="Roboto"/>
                </a:rPr>
                <a:t>thực</a:t>
              </a:r>
              <a:r>
                <a:rPr b="1" dirty="0">
                  <a:solidFill>
                    <a:srgbClr val="3CC583"/>
                  </a:solidFill>
                  <a:latin typeface="Roboto"/>
                </a:rPr>
                <a:t> </a:t>
              </a:r>
              <a:r>
                <a:rPr b="1" dirty="0" err="1">
                  <a:solidFill>
                    <a:srgbClr val="3CC583"/>
                  </a:solidFill>
                  <a:latin typeface="Roboto"/>
                </a:rPr>
                <a:t>đơn</a:t>
              </a:r>
              <a:endParaRPr b="1" dirty="0">
                <a:solidFill>
                  <a:srgbClr val="3CC583"/>
                </a:solidFill>
                <a:latin typeface="Roboto"/>
              </a:endParaRPr>
            </a:p>
          </p:txBody>
        </p:sp>
      </p:grpSp>
      <p:grpSp>
        <p:nvGrpSpPr>
          <p:cNvPr id="6160" name="Group 6159">
            <a:extLst>
              <a:ext uri="{FF2B5EF4-FFF2-40B4-BE49-F238E27FC236}">
                <a16:creationId xmlns:a16="http://schemas.microsoft.com/office/drawing/2014/main" id="{CAE57203-81AC-AA51-C9FC-44301CBFA115}"/>
              </a:ext>
            </a:extLst>
          </p:cNvPr>
          <p:cNvGrpSpPr/>
          <p:nvPr/>
        </p:nvGrpSpPr>
        <p:grpSpPr>
          <a:xfrm>
            <a:off x="5862242" y="2463754"/>
            <a:ext cx="3090590" cy="826420"/>
            <a:chOff x="4883609" y="2993293"/>
            <a:chExt cx="3090590" cy="82642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C397E6E-B657-7CC2-2A85-84DA54BAFDBA}"/>
                </a:ext>
              </a:extLst>
            </p:cNvPr>
            <p:cNvSpPr txBox="1"/>
            <p:nvPr/>
          </p:nvSpPr>
          <p:spPr>
            <a:xfrm>
              <a:off x="4885336" y="2993293"/>
              <a:ext cx="232756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dirty="0" err="1">
                  <a:solidFill>
                    <a:srgbClr val="1EABDA"/>
                  </a:solidFill>
                  <a:latin typeface="Roboto"/>
                </a:rPr>
                <a:t>Chọn</a:t>
              </a:r>
              <a:r>
                <a:rPr b="1" dirty="0">
                  <a:solidFill>
                    <a:srgbClr val="1EABDA"/>
                  </a:solidFill>
                  <a:latin typeface="Roboto"/>
                </a:rPr>
                <a:t> </a:t>
              </a:r>
              <a:r>
                <a:rPr b="1" dirty="0" err="1">
                  <a:solidFill>
                    <a:srgbClr val="1EABDA"/>
                  </a:solidFill>
                  <a:latin typeface="Roboto"/>
                </a:rPr>
                <a:t>xem</a:t>
              </a:r>
              <a:r>
                <a:rPr b="1" dirty="0">
                  <a:solidFill>
                    <a:srgbClr val="1EABDA"/>
                  </a:solidFill>
                  <a:latin typeface="Roboto"/>
                </a:rPr>
                <a:t> chi </a:t>
              </a:r>
              <a:r>
                <a:rPr b="1" dirty="0" err="1">
                  <a:solidFill>
                    <a:srgbClr val="1EABDA"/>
                  </a:solidFill>
                  <a:latin typeface="Roboto"/>
                </a:rPr>
                <a:t>tiết</a:t>
              </a:r>
              <a:r>
                <a:rPr b="1" dirty="0">
                  <a:solidFill>
                    <a:srgbClr val="1EABDA"/>
                  </a:solidFill>
                  <a:latin typeface="Roboto"/>
                </a:rPr>
                <a:t> </a:t>
              </a:r>
              <a:r>
                <a:rPr b="1" dirty="0" err="1">
                  <a:solidFill>
                    <a:srgbClr val="1EABDA"/>
                  </a:solidFill>
                  <a:latin typeface="Roboto"/>
                </a:rPr>
                <a:t>món</a:t>
              </a:r>
              <a:endParaRPr b="1" dirty="0">
                <a:solidFill>
                  <a:srgbClr val="1EABDA"/>
                </a:solidFill>
                <a:latin typeface="Roboto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0296F97-FF4A-5AB1-ED6E-F83706114291}"/>
                </a:ext>
              </a:extLst>
            </p:cNvPr>
            <p:cNvSpPr txBox="1"/>
            <p:nvPr/>
          </p:nvSpPr>
          <p:spPr>
            <a:xfrm>
              <a:off x="4883609" y="3265715"/>
              <a:ext cx="309059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0" dirty="0" err="1">
                  <a:solidFill>
                    <a:srgbClr val="484848"/>
                  </a:solidFill>
                  <a:latin typeface="Roboto"/>
                </a:rPr>
                <a:t>Khách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hàng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xem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công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thức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và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
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thông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tin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dinh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dưỡng</a:t>
              </a:r>
              <a:endParaRPr b="0" dirty="0">
                <a:solidFill>
                  <a:srgbClr val="484848"/>
                </a:solidFill>
                <a:latin typeface="Roboto"/>
              </a:endParaRPr>
            </a:p>
          </p:txBody>
        </p:sp>
      </p:grpSp>
      <p:grpSp>
        <p:nvGrpSpPr>
          <p:cNvPr id="6171" name="Group 6170">
            <a:extLst>
              <a:ext uri="{FF2B5EF4-FFF2-40B4-BE49-F238E27FC236}">
                <a16:creationId xmlns:a16="http://schemas.microsoft.com/office/drawing/2014/main" id="{E2523EC9-81AA-12CC-946D-F0DC1A241274}"/>
              </a:ext>
            </a:extLst>
          </p:cNvPr>
          <p:cNvGrpSpPr/>
          <p:nvPr/>
        </p:nvGrpSpPr>
        <p:grpSpPr>
          <a:xfrm>
            <a:off x="2260618" y="3684060"/>
            <a:ext cx="3114642" cy="814190"/>
            <a:chOff x="1094069" y="3528037"/>
            <a:chExt cx="3114642" cy="814190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EC39E29-CF90-C227-11EE-EEA37A71022C}"/>
                </a:ext>
              </a:extLst>
            </p:cNvPr>
            <p:cNvSpPr txBox="1"/>
            <p:nvPr/>
          </p:nvSpPr>
          <p:spPr>
            <a:xfrm>
              <a:off x="1712835" y="3528037"/>
              <a:ext cx="249587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b="1" dirty="0" err="1">
                  <a:solidFill>
                    <a:srgbClr val="7F64EA"/>
                  </a:solidFill>
                  <a:latin typeface="Roboto"/>
                </a:rPr>
                <a:t>Thêm</a:t>
              </a:r>
              <a:r>
                <a:rPr b="1" dirty="0">
                  <a:solidFill>
                    <a:srgbClr val="7F64EA"/>
                  </a:solidFill>
                  <a:latin typeface="Roboto"/>
                </a:rPr>
                <a:t> </a:t>
              </a:r>
              <a:r>
                <a:rPr b="1" dirty="0" err="1">
                  <a:solidFill>
                    <a:srgbClr val="7F64EA"/>
                  </a:solidFill>
                  <a:latin typeface="Roboto"/>
                </a:rPr>
                <a:t>món</a:t>
              </a:r>
              <a:r>
                <a:rPr b="1" dirty="0">
                  <a:solidFill>
                    <a:srgbClr val="7F64EA"/>
                  </a:solidFill>
                  <a:latin typeface="Roboto"/>
                </a:rPr>
                <a:t> </a:t>
              </a:r>
              <a:r>
                <a:rPr b="1" dirty="0" err="1">
                  <a:solidFill>
                    <a:srgbClr val="7F64EA"/>
                  </a:solidFill>
                  <a:latin typeface="Roboto"/>
                </a:rPr>
                <a:t>vào</a:t>
              </a:r>
              <a:r>
                <a:rPr b="1" dirty="0">
                  <a:solidFill>
                    <a:srgbClr val="7F64EA"/>
                  </a:solidFill>
                  <a:latin typeface="Roboto"/>
                </a:rPr>
                <a:t> </a:t>
              </a:r>
              <a:r>
                <a:rPr b="1" dirty="0" err="1">
                  <a:solidFill>
                    <a:srgbClr val="7F64EA"/>
                  </a:solidFill>
                  <a:latin typeface="Roboto"/>
                </a:rPr>
                <a:t>giỏ</a:t>
              </a:r>
              <a:r>
                <a:rPr b="1" dirty="0">
                  <a:solidFill>
                    <a:srgbClr val="7F64EA"/>
                  </a:solidFill>
                  <a:latin typeface="Roboto"/>
                </a:rPr>
                <a:t> </a:t>
              </a:r>
              <a:r>
                <a:rPr b="1" dirty="0" err="1">
                  <a:solidFill>
                    <a:srgbClr val="7F64EA"/>
                  </a:solidFill>
                  <a:latin typeface="Roboto"/>
                </a:rPr>
                <a:t>hàng</a:t>
              </a:r>
              <a:endParaRPr b="1" dirty="0">
                <a:solidFill>
                  <a:srgbClr val="7F64EA"/>
                </a:solidFill>
                <a:latin typeface="Roboto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8E6E2AD-CD5B-74C9-E2E3-4157818E5CC6}"/>
                </a:ext>
              </a:extLst>
            </p:cNvPr>
            <p:cNvSpPr txBox="1"/>
            <p:nvPr/>
          </p:nvSpPr>
          <p:spPr>
            <a:xfrm>
              <a:off x="1094069" y="3788229"/>
              <a:ext cx="3114635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b="0">
                  <a:solidFill>
                    <a:srgbClr val="484848"/>
                  </a:solidFill>
                  <a:latin typeface="Roboto"/>
                </a:rPr>
                <a:t>Khách hàng thêm món vào giỏ
hàng trước khi đặt hàng</a:t>
              </a:r>
            </a:p>
          </p:txBody>
        </p:sp>
      </p:grpSp>
      <p:grpSp>
        <p:nvGrpSpPr>
          <p:cNvPr id="6163" name="Group 6162">
            <a:extLst>
              <a:ext uri="{FF2B5EF4-FFF2-40B4-BE49-F238E27FC236}">
                <a16:creationId xmlns:a16="http://schemas.microsoft.com/office/drawing/2014/main" id="{47720684-E55A-1042-0D87-90C6B1AFA33D}"/>
              </a:ext>
            </a:extLst>
          </p:cNvPr>
          <p:cNvGrpSpPr/>
          <p:nvPr/>
        </p:nvGrpSpPr>
        <p:grpSpPr>
          <a:xfrm>
            <a:off x="7147857" y="3690757"/>
            <a:ext cx="3236473" cy="847326"/>
            <a:chOff x="4883599" y="4017415"/>
            <a:chExt cx="3236473" cy="84732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641679C-3BBA-8085-ED12-E128E35D5EFF}"/>
                </a:ext>
              </a:extLst>
            </p:cNvPr>
            <p:cNvSpPr txBox="1"/>
            <p:nvPr/>
          </p:nvSpPr>
          <p:spPr>
            <a:xfrm>
              <a:off x="4883599" y="4017415"/>
              <a:ext cx="18290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dirty="0" err="1">
                  <a:solidFill>
                    <a:srgbClr val="DE58A9"/>
                  </a:solidFill>
                  <a:latin typeface="Roboto"/>
                </a:rPr>
                <a:t>Gửi</a:t>
              </a:r>
              <a:r>
                <a:rPr b="1" dirty="0">
                  <a:solidFill>
                    <a:srgbClr val="DE58A9"/>
                  </a:solidFill>
                  <a:latin typeface="Roboto"/>
                </a:rPr>
                <a:t> </a:t>
              </a:r>
              <a:r>
                <a:rPr b="1" dirty="0" err="1">
                  <a:solidFill>
                    <a:srgbClr val="DE58A9"/>
                  </a:solidFill>
                  <a:latin typeface="Roboto"/>
                </a:rPr>
                <a:t>yêu</a:t>
              </a:r>
              <a:r>
                <a:rPr b="1" dirty="0">
                  <a:solidFill>
                    <a:srgbClr val="DE58A9"/>
                  </a:solidFill>
                  <a:latin typeface="Roboto"/>
                </a:rPr>
                <a:t> </a:t>
              </a:r>
              <a:r>
                <a:rPr b="1" dirty="0" err="1">
                  <a:solidFill>
                    <a:srgbClr val="DE58A9"/>
                  </a:solidFill>
                  <a:latin typeface="Roboto"/>
                </a:rPr>
                <a:t>cầu</a:t>
              </a:r>
              <a:r>
                <a:rPr b="1" dirty="0">
                  <a:solidFill>
                    <a:srgbClr val="DE58A9"/>
                  </a:solidFill>
                  <a:latin typeface="Roboto"/>
                </a:rPr>
                <a:t> order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FE1BCA3-6687-02D5-C435-E3CDC766CE2E}"/>
                </a:ext>
              </a:extLst>
            </p:cNvPr>
            <p:cNvSpPr txBox="1"/>
            <p:nvPr/>
          </p:nvSpPr>
          <p:spPr>
            <a:xfrm>
              <a:off x="4883609" y="4310743"/>
              <a:ext cx="3236463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0">
                  <a:solidFill>
                    <a:srgbClr val="484848"/>
                  </a:solidFill>
                  <a:latin typeface="Roboto"/>
                </a:rPr>
                <a:t>Khách hàng gửi đơn hàng chính
thức</a:t>
              </a:r>
            </a:p>
          </p:txBody>
        </p:sp>
      </p:grpSp>
      <p:grpSp>
        <p:nvGrpSpPr>
          <p:cNvPr id="6170" name="Group 6169">
            <a:extLst>
              <a:ext uri="{FF2B5EF4-FFF2-40B4-BE49-F238E27FC236}">
                <a16:creationId xmlns:a16="http://schemas.microsoft.com/office/drawing/2014/main" id="{2357BD15-44DC-A841-6276-E6649F9524B5}"/>
              </a:ext>
            </a:extLst>
          </p:cNvPr>
          <p:cNvGrpSpPr/>
          <p:nvPr/>
        </p:nvGrpSpPr>
        <p:grpSpPr>
          <a:xfrm>
            <a:off x="3495359" y="4790321"/>
            <a:ext cx="3355113" cy="749940"/>
            <a:chOff x="853597" y="4637315"/>
            <a:chExt cx="3355113" cy="749940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055FC24-7116-5242-BDB3-0DFAA3041AE2}"/>
                </a:ext>
              </a:extLst>
            </p:cNvPr>
            <p:cNvSpPr txBox="1"/>
            <p:nvPr/>
          </p:nvSpPr>
          <p:spPr>
            <a:xfrm>
              <a:off x="2394111" y="4637315"/>
              <a:ext cx="181459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b="1" dirty="0">
                  <a:solidFill>
                    <a:srgbClr val="E55753"/>
                  </a:solidFill>
                  <a:latin typeface="Roboto"/>
                </a:rPr>
                <a:t>Theo </a:t>
              </a:r>
              <a:r>
                <a:rPr b="1" dirty="0" err="1">
                  <a:solidFill>
                    <a:srgbClr val="E55753"/>
                  </a:solidFill>
                  <a:latin typeface="Roboto"/>
                </a:rPr>
                <a:t>dõi</a:t>
              </a:r>
              <a:r>
                <a:rPr b="1" dirty="0">
                  <a:solidFill>
                    <a:srgbClr val="E55753"/>
                  </a:solidFill>
                  <a:latin typeface="Roboto"/>
                </a:rPr>
                <a:t> </a:t>
              </a:r>
              <a:r>
                <a:rPr b="1" dirty="0" err="1">
                  <a:solidFill>
                    <a:srgbClr val="E55753"/>
                  </a:solidFill>
                  <a:latin typeface="Roboto"/>
                </a:rPr>
                <a:t>hoá</a:t>
              </a:r>
              <a:r>
                <a:rPr b="1" dirty="0">
                  <a:solidFill>
                    <a:srgbClr val="E55753"/>
                  </a:solidFill>
                  <a:latin typeface="Roboto"/>
                </a:rPr>
                <a:t> </a:t>
              </a:r>
              <a:r>
                <a:rPr b="1" dirty="0" err="1">
                  <a:solidFill>
                    <a:srgbClr val="E55753"/>
                  </a:solidFill>
                  <a:latin typeface="Roboto"/>
                </a:rPr>
                <a:t>đơn</a:t>
              </a:r>
              <a:endParaRPr b="1" dirty="0">
                <a:solidFill>
                  <a:srgbClr val="E55753"/>
                </a:solidFill>
                <a:latin typeface="Roboto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3A6122C-3AA3-8BA4-F4A1-C2B163A10802}"/>
                </a:ext>
              </a:extLst>
            </p:cNvPr>
            <p:cNvSpPr txBox="1"/>
            <p:nvPr/>
          </p:nvSpPr>
          <p:spPr>
            <a:xfrm>
              <a:off x="853597" y="4833257"/>
              <a:ext cx="3355086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b="0" dirty="0" err="1">
                  <a:solidFill>
                    <a:srgbClr val="484848"/>
                  </a:solidFill>
                  <a:latin typeface="Roboto"/>
                </a:rPr>
                <a:t>Khách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hàng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theo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dõi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tổng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tiền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và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
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trạng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thái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thanh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toán</a:t>
              </a:r>
              <a:endParaRPr b="0" dirty="0">
                <a:solidFill>
                  <a:srgbClr val="484848"/>
                </a:solidFill>
                <a:latin typeface="Roboto"/>
              </a:endParaRPr>
            </a:p>
          </p:txBody>
        </p:sp>
      </p:grpSp>
      <p:grpSp>
        <p:nvGrpSpPr>
          <p:cNvPr id="6169" name="Group 6168">
            <a:extLst>
              <a:ext uri="{FF2B5EF4-FFF2-40B4-BE49-F238E27FC236}">
                <a16:creationId xmlns:a16="http://schemas.microsoft.com/office/drawing/2014/main" id="{2BDD2E42-43B3-87D7-E229-53BD1454AFA8}"/>
              </a:ext>
            </a:extLst>
          </p:cNvPr>
          <p:cNvGrpSpPr/>
          <p:nvPr/>
        </p:nvGrpSpPr>
        <p:grpSpPr>
          <a:xfrm>
            <a:off x="8407762" y="4928820"/>
            <a:ext cx="3401572" cy="821660"/>
            <a:chOff x="4883609" y="5088110"/>
            <a:chExt cx="3401572" cy="821660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9171345-8BF8-8846-F5D8-199826881584}"/>
                </a:ext>
              </a:extLst>
            </p:cNvPr>
            <p:cNvSpPr txBox="1"/>
            <p:nvPr/>
          </p:nvSpPr>
          <p:spPr>
            <a:xfrm>
              <a:off x="4883609" y="5088110"/>
              <a:ext cx="226985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dirty="0" err="1">
                  <a:solidFill>
                    <a:srgbClr val="DE8431"/>
                  </a:solidFill>
                  <a:latin typeface="Roboto"/>
                </a:rPr>
                <a:t>Yêu</a:t>
              </a:r>
              <a:r>
                <a:rPr b="1" dirty="0">
                  <a:solidFill>
                    <a:srgbClr val="DE8431"/>
                  </a:solidFill>
                  <a:latin typeface="Roboto"/>
                </a:rPr>
                <a:t> </a:t>
              </a:r>
              <a:r>
                <a:rPr b="1" dirty="0" err="1">
                  <a:solidFill>
                    <a:srgbClr val="DE8431"/>
                  </a:solidFill>
                  <a:latin typeface="Roboto"/>
                </a:rPr>
                <a:t>cầu</a:t>
              </a:r>
              <a:r>
                <a:rPr b="1" dirty="0">
                  <a:solidFill>
                    <a:srgbClr val="DE8431"/>
                  </a:solidFill>
                  <a:latin typeface="Roboto"/>
                </a:rPr>
                <a:t> </a:t>
              </a:r>
              <a:r>
                <a:rPr b="1" dirty="0" err="1">
                  <a:solidFill>
                    <a:srgbClr val="DE8431"/>
                  </a:solidFill>
                  <a:latin typeface="Roboto"/>
                </a:rPr>
                <a:t>gọi</a:t>
              </a:r>
              <a:r>
                <a:rPr b="1" dirty="0">
                  <a:solidFill>
                    <a:srgbClr val="DE8431"/>
                  </a:solidFill>
                  <a:latin typeface="Roboto"/>
                </a:rPr>
                <a:t> </a:t>
              </a:r>
              <a:r>
                <a:rPr b="1" dirty="0" err="1">
                  <a:solidFill>
                    <a:srgbClr val="DE8431"/>
                  </a:solidFill>
                  <a:latin typeface="Roboto"/>
                </a:rPr>
                <a:t>nhân</a:t>
              </a:r>
              <a:r>
                <a:rPr b="1" dirty="0">
                  <a:solidFill>
                    <a:srgbClr val="DE8431"/>
                  </a:solidFill>
                  <a:latin typeface="Roboto"/>
                </a:rPr>
                <a:t> </a:t>
              </a:r>
              <a:r>
                <a:rPr b="1" dirty="0" err="1">
                  <a:solidFill>
                    <a:srgbClr val="DE8431"/>
                  </a:solidFill>
                  <a:latin typeface="Roboto"/>
                </a:rPr>
                <a:t>viên</a:t>
              </a:r>
              <a:endParaRPr b="1" dirty="0">
                <a:solidFill>
                  <a:srgbClr val="DE8431"/>
                </a:solidFill>
                <a:latin typeface="Roboto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9CA8E30-2AA7-709B-0951-848F735A7857}"/>
                </a:ext>
              </a:extLst>
            </p:cNvPr>
            <p:cNvSpPr txBox="1"/>
            <p:nvPr/>
          </p:nvSpPr>
          <p:spPr>
            <a:xfrm>
              <a:off x="4883609" y="5355772"/>
              <a:ext cx="3401572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0" dirty="0" err="1">
                  <a:solidFill>
                    <a:srgbClr val="484848"/>
                  </a:solidFill>
                  <a:latin typeface="Roboto"/>
                </a:rPr>
                <a:t>Khách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hàng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yêu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cầu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sự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chú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ý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của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
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nhân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viên</a:t>
              </a:r>
              <a:endParaRPr b="0" dirty="0">
                <a:solidFill>
                  <a:srgbClr val="484848"/>
                </a:solidFill>
                <a:latin typeface="Roboto"/>
              </a:endParaRPr>
            </a:p>
          </p:txBody>
        </p:sp>
      </p:grpSp>
      <p:grpSp>
        <p:nvGrpSpPr>
          <p:cNvPr id="6168" name="Group 6167">
            <a:extLst>
              <a:ext uri="{FF2B5EF4-FFF2-40B4-BE49-F238E27FC236}">
                <a16:creationId xmlns:a16="http://schemas.microsoft.com/office/drawing/2014/main" id="{D234D55F-7728-7619-FCF1-4331039006EC}"/>
              </a:ext>
            </a:extLst>
          </p:cNvPr>
          <p:cNvGrpSpPr/>
          <p:nvPr/>
        </p:nvGrpSpPr>
        <p:grpSpPr>
          <a:xfrm>
            <a:off x="5000704" y="5978735"/>
            <a:ext cx="3212418" cy="540978"/>
            <a:chOff x="996287" y="5614307"/>
            <a:chExt cx="3212418" cy="54097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82F2D14-5B96-EC44-03FB-84AB221829E4}"/>
                </a:ext>
              </a:extLst>
            </p:cNvPr>
            <p:cNvSpPr txBox="1"/>
            <p:nvPr/>
          </p:nvSpPr>
          <p:spPr>
            <a:xfrm>
              <a:off x="2198051" y="5614307"/>
              <a:ext cx="199734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b="1" dirty="0" err="1">
                  <a:solidFill>
                    <a:srgbClr val="E0CB15"/>
                  </a:solidFill>
                  <a:latin typeface="Roboto"/>
                </a:rPr>
                <a:t>Yêu</a:t>
              </a:r>
              <a:r>
                <a:rPr b="1" dirty="0">
                  <a:solidFill>
                    <a:srgbClr val="E0CB15"/>
                  </a:solidFill>
                  <a:latin typeface="Roboto"/>
                </a:rPr>
                <a:t> </a:t>
              </a:r>
              <a:r>
                <a:rPr b="1" dirty="0" err="1">
                  <a:solidFill>
                    <a:srgbClr val="E0CB15"/>
                  </a:solidFill>
                  <a:latin typeface="Roboto"/>
                </a:rPr>
                <a:t>cầu</a:t>
              </a:r>
              <a:r>
                <a:rPr b="1" dirty="0">
                  <a:solidFill>
                    <a:srgbClr val="E0CB15"/>
                  </a:solidFill>
                  <a:latin typeface="Roboto"/>
                </a:rPr>
                <a:t> </a:t>
              </a:r>
              <a:r>
                <a:rPr b="1" dirty="0" err="1">
                  <a:solidFill>
                    <a:srgbClr val="E0CB15"/>
                  </a:solidFill>
                  <a:latin typeface="Roboto"/>
                </a:rPr>
                <a:t>thanh</a:t>
              </a:r>
              <a:r>
                <a:rPr b="1" dirty="0">
                  <a:solidFill>
                    <a:srgbClr val="E0CB15"/>
                  </a:solidFill>
                  <a:latin typeface="Roboto"/>
                </a:rPr>
                <a:t> </a:t>
              </a:r>
              <a:r>
                <a:rPr b="1" dirty="0" err="1">
                  <a:solidFill>
                    <a:srgbClr val="E0CB15"/>
                  </a:solidFill>
                  <a:latin typeface="Roboto"/>
                </a:rPr>
                <a:t>toán</a:t>
              </a:r>
              <a:endParaRPr b="1" dirty="0">
                <a:solidFill>
                  <a:srgbClr val="E0CB15"/>
                </a:solidFill>
                <a:latin typeface="Roboto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67C9108-5956-D6C8-D7EE-21B7BBB45AAF}"/>
                </a:ext>
              </a:extLst>
            </p:cNvPr>
            <p:cNvSpPr txBox="1"/>
            <p:nvPr/>
          </p:nvSpPr>
          <p:spPr>
            <a:xfrm>
              <a:off x="996287" y="5878286"/>
              <a:ext cx="321241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b="0" dirty="0" err="1">
                  <a:solidFill>
                    <a:srgbClr val="484848"/>
                  </a:solidFill>
                  <a:latin typeface="Roboto"/>
                </a:rPr>
                <a:t>Khách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hàng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yêu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cầu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thanh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toán</a:t>
              </a:r>
              <a:endParaRPr b="0" dirty="0">
                <a:solidFill>
                  <a:srgbClr val="484848"/>
                </a:solidFill>
                <a:latin typeface="Roboto"/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1FE1F55F-2040-0EE9-FBC3-F9A649C2CD51}"/>
              </a:ext>
            </a:extLst>
          </p:cNvPr>
          <p:cNvSpPr txBox="1"/>
          <p:nvPr/>
        </p:nvSpPr>
        <p:spPr>
          <a:xfrm>
            <a:off x="2960773" y="631959"/>
            <a:ext cx="5839740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dirty="0" err="1">
                <a:solidFill>
                  <a:srgbClr val="484848"/>
                </a:solidFill>
                <a:latin typeface="Roboto"/>
              </a:rPr>
              <a:t>Hành</a:t>
            </a:r>
            <a:r>
              <a:rPr b="1" dirty="0">
                <a:solidFill>
                  <a:srgbClr val="484848"/>
                </a:solidFill>
                <a:latin typeface="Roboto"/>
              </a:rPr>
              <a:t> </a:t>
            </a:r>
            <a:r>
              <a:rPr b="1" dirty="0" err="1">
                <a:solidFill>
                  <a:srgbClr val="484848"/>
                </a:solidFill>
                <a:latin typeface="Roboto"/>
              </a:rPr>
              <a:t>trình</a:t>
            </a:r>
            <a:r>
              <a:rPr b="1" dirty="0">
                <a:solidFill>
                  <a:srgbClr val="484848"/>
                </a:solidFill>
                <a:latin typeface="Roboto"/>
              </a:rPr>
              <a:t> </a:t>
            </a:r>
            <a:r>
              <a:rPr b="1" dirty="0" err="1">
                <a:solidFill>
                  <a:srgbClr val="484848"/>
                </a:solidFill>
                <a:latin typeface="Roboto"/>
              </a:rPr>
              <a:t>của</a:t>
            </a:r>
            <a:r>
              <a:rPr b="1" dirty="0">
                <a:solidFill>
                  <a:srgbClr val="484848"/>
                </a:solidFill>
                <a:latin typeface="Roboto"/>
              </a:rPr>
              <a:t> </a:t>
            </a:r>
            <a:r>
              <a:rPr b="1" dirty="0" err="1">
                <a:solidFill>
                  <a:srgbClr val="484848"/>
                </a:solidFill>
                <a:latin typeface="Roboto"/>
              </a:rPr>
              <a:t>khách</a:t>
            </a:r>
            <a:r>
              <a:rPr b="1" dirty="0">
                <a:solidFill>
                  <a:srgbClr val="484848"/>
                </a:solidFill>
                <a:latin typeface="Roboto"/>
              </a:rPr>
              <a:t> </a:t>
            </a:r>
            <a:r>
              <a:rPr b="1" dirty="0" err="1">
                <a:solidFill>
                  <a:srgbClr val="484848"/>
                </a:solidFill>
                <a:latin typeface="Roboto"/>
              </a:rPr>
              <a:t>hàng</a:t>
            </a:r>
            <a:r>
              <a:rPr b="1" dirty="0">
                <a:solidFill>
                  <a:srgbClr val="484848"/>
                </a:solidFill>
                <a:latin typeface="Roboto"/>
              </a:rPr>
              <a:t> </a:t>
            </a:r>
            <a:r>
              <a:rPr b="1" dirty="0" err="1">
                <a:solidFill>
                  <a:srgbClr val="484848"/>
                </a:solidFill>
                <a:latin typeface="Roboto"/>
              </a:rPr>
              <a:t>từ</a:t>
            </a:r>
            <a:r>
              <a:rPr b="1" dirty="0">
                <a:solidFill>
                  <a:srgbClr val="484848"/>
                </a:solidFill>
                <a:latin typeface="Roboto"/>
              </a:rPr>
              <a:t> </a:t>
            </a:r>
            <a:r>
              <a:rPr b="1" dirty="0" err="1">
                <a:solidFill>
                  <a:srgbClr val="484848"/>
                </a:solidFill>
                <a:latin typeface="Roboto"/>
              </a:rPr>
              <a:t>đăng</a:t>
            </a:r>
            <a:r>
              <a:rPr b="1" dirty="0">
                <a:solidFill>
                  <a:srgbClr val="484848"/>
                </a:solidFill>
                <a:latin typeface="Roboto"/>
              </a:rPr>
              <a:t> </a:t>
            </a:r>
            <a:r>
              <a:rPr b="1" dirty="0" err="1">
                <a:solidFill>
                  <a:srgbClr val="484848"/>
                </a:solidFill>
                <a:latin typeface="Roboto"/>
              </a:rPr>
              <a:t>nhập</a:t>
            </a:r>
            <a:r>
              <a:rPr b="1" dirty="0">
                <a:solidFill>
                  <a:srgbClr val="484848"/>
                </a:solidFill>
                <a:latin typeface="Roboto"/>
              </a:rPr>
              <a:t> </a:t>
            </a:r>
            <a:r>
              <a:rPr b="1" dirty="0" err="1">
                <a:solidFill>
                  <a:srgbClr val="484848"/>
                </a:solidFill>
                <a:latin typeface="Roboto"/>
              </a:rPr>
              <a:t>đến</a:t>
            </a:r>
            <a:r>
              <a:rPr b="1" dirty="0">
                <a:solidFill>
                  <a:srgbClr val="484848"/>
                </a:solidFill>
                <a:latin typeface="Roboto"/>
              </a:rPr>
              <a:t> </a:t>
            </a:r>
            <a:r>
              <a:rPr b="1" dirty="0" err="1">
                <a:solidFill>
                  <a:srgbClr val="484848"/>
                </a:solidFill>
                <a:latin typeface="Roboto"/>
              </a:rPr>
              <a:t>thanh</a:t>
            </a:r>
            <a:r>
              <a:rPr b="1" dirty="0">
                <a:solidFill>
                  <a:srgbClr val="484848"/>
                </a:solidFill>
                <a:latin typeface="Roboto"/>
              </a:rPr>
              <a:t> </a:t>
            </a:r>
            <a:r>
              <a:rPr b="1" dirty="0" err="1">
                <a:solidFill>
                  <a:srgbClr val="484848"/>
                </a:solidFill>
                <a:latin typeface="Roboto"/>
              </a:rPr>
              <a:t>toán</a:t>
            </a:r>
            <a:endParaRPr b="1" dirty="0">
              <a:solidFill>
                <a:srgbClr val="484848"/>
              </a:solidFill>
              <a:latin typeface="Roboto"/>
            </a:endParaRPr>
          </a:p>
        </p:txBody>
      </p:sp>
      <p:grpSp>
        <p:nvGrpSpPr>
          <p:cNvPr id="6156" name="Group 6155">
            <a:extLst>
              <a:ext uri="{FF2B5EF4-FFF2-40B4-BE49-F238E27FC236}">
                <a16:creationId xmlns:a16="http://schemas.microsoft.com/office/drawing/2014/main" id="{43456EB3-7C30-E315-6AD8-F32E6B560883}"/>
              </a:ext>
            </a:extLst>
          </p:cNvPr>
          <p:cNvGrpSpPr/>
          <p:nvPr/>
        </p:nvGrpSpPr>
        <p:grpSpPr>
          <a:xfrm>
            <a:off x="145419" y="1071480"/>
            <a:ext cx="3180358" cy="1179174"/>
            <a:chOff x="358946" y="1070653"/>
            <a:chExt cx="3180358" cy="1179174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793BCD0-FF44-AD7C-78A9-468AD784B935}"/>
                </a:ext>
              </a:extLst>
            </p:cNvPr>
            <p:cNvSpPr txBox="1"/>
            <p:nvPr/>
          </p:nvSpPr>
          <p:spPr>
            <a:xfrm>
              <a:off x="358946" y="1418830"/>
              <a:ext cx="3180358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b="0" dirty="0" err="1">
                  <a:solidFill>
                    <a:srgbClr val="484848"/>
                  </a:solidFill>
                  <a:latin typeface="Roboto"/>
                </a:rPr>
                <a:t>Khách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hàng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chọn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đăng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nhập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
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hoặc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tiếp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tục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với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tư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cách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khách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
</a:t>
              </a:r>
              <a:r>
                <a:rPr b="0" dirty="0" err="1">
                  <a:solidFill>
                    <a:srgbClr val="484848"/>
                  </a:solidFill>
                  <a:latin typeface="Roboto"/>
                </a:rPr>
                <a:t>vãng</a:t>
              </a:r>
              <a:r>
                <a:rPr b="0" dirty="0">
                  <a:solidFill>
                    <a:srgbClr val="484848"/>
                  </a:solidFill>
                  <a:latin typeface="Roboto"/>
                </a:rPr>
                <a:t> lai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A76C0CB-B631-5D81-3B24-144D83DB11FB}"/>
                </a:ext>
              </a:extLst>
            </p:cNvPr>
            <p:cNvSpPr txBox="1"/>
            <p:nvPr/>
          </p:nvSpPr>
          <p:spPr>
            <a:xfrm>
              <a:off x="1107548" y="1070653"/>
              <a:ext cx="237244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b="1" dirty="0" err="1">
                  <a:solidFill>
                    <a:srgbClr val="4E88E7"/>
                  </a:solidFill>
                  <a:latin typeface="Roboto"/>
                </a:rPr>
                <a:t>Đăng</a:t>
              </a:r>
              <a:r>
                <a:rPr b="1" dirty="0">
                  <a:solidFill>
                    <a:srgbClr val="4E88E7"/>
                  </a:solidFill>
                  <a:latin typeface="Roboto"/>
                </a:rPr>
                <a:t> </a:t>
              </a:r>
              <a:r>
                <a:rPr b="1" dirty="0" err="1">
                  <a:solidFill>
                    <a:srgbClr val="4E88E7"/>
                  </a:solidFill>
                  <a:latin typeface="Roboto"/>
                </a:rPr>
                <a:t>nhập</a:t>
              </a:r>
              <a:r>
                <a:rPr b="1" dirty="0">
                  <a:solidFill>
                    <a:srgbClr val="4E88E7"/>
                  </a:solidFill>
                  <a:latin typeface="Roboto"/>
                </a:rPr>
                <a:t> </a:t>
              </a:r>
              <a:r>
                <a:rPr b="1" dirty="0" err="1">
                  <a:solidFill>
                    <a:srgbClr val="4E88E7"/>
                  </a:solidFill>
                  <a:latin typeface="Roboto"/>
                </a:rPr>
                <a:t>hoặc</a:t>
              </a:r>
              <a:r>
                <a:rPr b="1" dirty="0">
                  <a:solidFill>
                    <a:srgbClr val="4E88E7"/>
                  </a:solidFill>
                  <a:latin typeface="Roboto"/>
                </a:rPr>
                <a:t> </a:t>
              </a:r>
              <a:r>
                <a:rPr lang="en-US" b="1" dirty="0" err="1">
                  <a:solidFill>
                    <a:srgbClr val="4E88E7"/>
                  </a:solidFill>
                  <a:latin typeface="Roboto"/>
                </a:rPr>
                <a:t>không</a:t>
              </a:r>
              <a:endParaRPr b="1" dirty="0">
                <a:solidFill>
                  <a:srgbClr val="4E88E7"/>
                </a:solidFill>
                <a:latin typeface="Roboto"/>
              </a:endParaRPr>
            </a:p>
          </p:txBody>
        </p:sp>
      </p:grpSp>
      <p:grpSp>
        <p:nvGrpSpPr>
          <p:cNvPr id="6159" name="Group 6158">
            <a:extLst>
              <a:ext uri="{FF2B5EF4-FFF2-40B4-BE49-F238E27FC236}">
                <a16:creationId xmlns:a16="http://schemas.microsoft.com/office/drawing/2014/main" id="{5AC37152-179A-965C-8E2D-4B0F930F5CD1}"/>
              </a:ext>
            </a:extLst>
          </p:cNvPr>
          <p:cNvGrpSpPr/>
          <p:nvPr/>
        </p:nvGrpSpPr>
        <p:grpSpPr>
          <a:xfrm>
            <a:off x="4768453" y="2313741"/>
            <a:ext cx="391885" cy="391885"/>
            <a:chOff x="4350209" y="2405743"/>
            <a:chExt cx="391885" cy="391885"/>
          </a:xfrm>
        </p:grpSpPr>
        <p:sp>
          <p:nvSpPr>
            <p:cNvPr id="27" name="Rounded Rectangle 17">
              <a:extLst>
                <a:ext uri="{FF2B5EF4-FFF2-40B4-BE49-F238E27FC236}">
                  <a16:creationId xmlns:a16="http://schemas.microsoft.com/office/drawing/2014/main" id="{DDEE90B7-5669-EECA-6332-7DD878D1336D}"/>
                </a:ext>
              </a:extLst>
            </p:cNvPr>
            <p:cNvSpPr/>
            <p:nvPr/>
          </p:nvSpPr>
          <p:spPr>
            <a:xfrm>
              <a:off x="4350209" y="2405743"/>
              <a:ext cx="391885" cy="391885"/>
            </a:xfrm>
            <a:custGeom>
              <a:avLst/>
              <a:gdLst/>
              <a:ahLst/>
              <a:cxnLst/>
              <a:rect l="0" t="0" r="0" b="0"/>
              <a:pathLst>
                <a:path w="391885" h="391885">
                  <a:moveTo>
                    <a:pt x="0" y="195942"/>
                  </a:moveTo>
                  <a:cubicBezTo>
                    <a:pt x="0" y="304157"/>
                    <a:pt x="87727" y="391885"/>
                    <a:pt x="195942" y="391885"/>
                  </a:cubicBezTo>
                  <a:cubicBezTo>
                    <a:pt x="304157" y="391885"/>
                    <a:pt x="391885" y="304157"/>
                    <a:pt x="391885" y="195942"/>
                  </a:cubicBezTo>
                  <a:cubicBezTo>
                    <a:pt x="391885" y="87727"/>
                    <a:pt x="304157" y="0"/>
                    <a:pt x="195942" y="0"/>
                  </a:cubicBezTo>
                  <a:cubicBezTo>
                    <a:pt x="87727" y="0"/>
                    <a:pt x="0" y="87727"/>
                    <a:pt x="0" y="195942"/>
                  </a:cubicBezTo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ounded Rectangle 18">
              <a:extLst>
                <a:ext uri="{FF2B5EF4-FFF2-40B4-BE49-F238E27FC236}">
                  <a16:creationId xmlns:a16="http://schemas.microsoft.com/office/drawing/2014/main" id="{E88ED2F5-87B5-503E-2AF0-A23616FCA8DB}"/>
                </a:ext>
              </a:extLst>
            </p:cNvPr>
            <p:cNvSpPr/>
            <p:nvPr/>
          </p:nvSpPr>
          <p:spPr>
            <a:xfrm>
              <a:off x="4350209" y="2405743"/>
              <a:ext cx="391885" cy="391885"/>
            </a:xfrm>
            <a:custGeom>
              <a:avLst/>
              <a:gdLst/>
              <a:ahLst/>
              <a:cxnLst/>
              <a:rect l="0" t="0" r="0" b="0"/>
              <a:pathLst>
                <a:path w="391885" h="391885">
                  <a:moveTo>
                    <a:pt x="0" y="195942"/>
                  </a:moveTo>
                  <a:cubicBezTo>
                    <a:pt x="0" y="304159"/>
                    <a:pt x="87726" y="391885"/>
                    <a:pt x="195942" y="391885"/>
                  </a:cubicBezTo>
                  <a:cubicBezTo>
                    <a:pt x="304159" y="391885"/>
                    <a:pt x="391885" y="304159"/>
                    <a:pt x="391885" y="195942"/>
                  </a:cubicBezTo>
                  <a:cubicBezTo>
                    <a:pt x="391885" y="87726"/>
                    <a:pt x="304159" y="0"/>
                    <a:pt x="195942" y="0"/>
                  </a:cubicBezTo>
                  <a:cubicBezTo>
                    <a:pt x="87726" y="0"/>
                    <a:pt x="0" y="87726"/>
                    <a:pt x="0" y="195942"/>
                  </a:cubicBezTo>
                  <a:close/>
                </a:path>
              </a:pathLst>
            </a:custGeom>
            <a:noFill/>
            <a:ln w="816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ounded Rectangle 42">
              <a:extLst>
                <a:ext uri="{FF2B5EF4-FFF2-40B4-BE49-F238E27FC236}">
                  <a16:creationId xmlns:a16="http://schemas.microsoft.com/office/drawing/2014/main" id="{E5A9E081-4853-7A45-9CD8-4634872B0070}"/>
                </a:ext>
              </a:extLst>
            </p:cNvPr>
            <p:cNvSpPr/>
            <p:nvPr/>
          </p:nvSpPr>
          <p:spPr>
            <a:xfrm>
              <a:off x="4430872" y="2474376"/>
              <a:ext cx="230559" cy="251135"/>
            </a:xfrm>
            <a:custGeom>
              <a:avLst/>
              <a:gdLst/>
              <a:ahLst/>
              <a:cxnLst/>
              <a:rect l="0" t="0" r="0" b="0"/>
              <a:pathLst>
                <a:path w="230559" h="251135">
                  <a:moveTo>
                    <a:pt x="0" y="89079"/>
                  </a:moveTo>
                  <a:lnTo>
                    <a:pt x="9144" y="178429"/>
                  </a:lnTo>
                  <a:moveTo>
                    <a:pt x="66294" y="204827"/>
                  </a:moveTo>
                  <a:lnTo>
                    <a:pt x="66294" y="204827"/>
                  </a:lnTo>
                  <a:lnTo>
                    <a:pt x="66294" y="251135"/>
                  </a:lnTo>
                  <a:moveTo>
                    <a:pt x="979" y="251135"/>
                  </a:moveTo>
                  <a:lnTo>
                    <a:pt x="9144" y="204827"/>
                  </a:lnTo>
                  <a:moveTo>
                    <a:pt x="115279" y="150681"/>
                  </a:moveTo>
                  <a:lnTo>
                    <a:pt x="115279" y="249622"/>
                  </a:lnTo>
                  <a:moveTo>
                    <a:pt x="164036" y="57217"/>
                  </a:moveTo>
                  <a:cubicBezTo>
                    <a:pt x="162032" y="77550"/>
                    <a:pt x="147618" y="94503"/>
                    <a:pt x="127872" y="99752"/>
                  </a:cubicBezTo>
                  <a:cubicBezTo>
                    <a:pt x="108126" y="105001"/>
                    <a:pt x="87196" y="97443"/>
                    <a:pt x="75359" y="80790"/>
                  </a:cubicBezTo>
                  <a:cubicBezTo>
                    <a:pt x="63522" y="64136"/>
                    <a:pt x="63265" y="41885"/>
                    <a:pt x="74714" y="24962"/>
                  </a:cubicBezTo>
                  <a:cubicBezTo>
                    <a:pt x="86163" y="8039"/>
                    <a:pt x="106913" y="0"/>
                    <a:pt x="126775" y="4791"/>
                  </a:cubicBezTo>
                  <a:moveTo>
                    <a:pt x="164265" y="15720"/>
                  </a:moveTo>
                  <a:lnTo>
                    <a:pt x="119633" y="60352"/>
                  </a:lnTo>
                  <a:cubicBezTo>
                    <a:pt x="118481" y="61511"/>
                    <a:pt x="116914" y="62163"/>
                    <a:pt x="115279" y="62163"/>
                  </a:cubicBezTo>
                  <a:cubicBezTo>
                    <a:pt x="113645" y="62163"/>
                    <a:pt x="112077" y="61511"/>
                    <a:pt x="110925" y="60352"/>
                  </a:cubicBezTo>
                  <a:lnTo>
                    <a:pt x="110925" y="60352"/>
                  </a:lnTo>
                  <a:lnTo>
                    <a:pt x="96893" y="46309"/>
                  </a:lnTo>
                  <a:moveTo>
                    <a:pt x="9144" y="178472"/>
                  </a:moveTo>
                  <a:lnTo>
                    <a:pt x="64508" y="178472"/>
                  </a:lnTo>
                  <a:cubicBezTo>
                    <a:pt x="70520" y="178472"/>
                    <a:pt x="75394" y="183346"/>
                    <a:pt x="75394" y="189358"/>
                  </a:cubicBezTo>
                  <a:lnTo>
                    <a:pt x="75394" y="192025"/>
                  </a:lnTo>
                  <a:cubicBezTo>
                    <a:pt x="75394" y="198037"/>
                    <a:pt x="70520" y="202911"/>
                    <a:pt x="64508" y="202911"/>
                  </a:cubicBezTo>
                  <a:lnTo>
                    <a:pt x="9144" y="202911"/>
                  </a:lnTo>
                  <a:lnTo>
                    <a:pt x="9144" y="202911"/>
                  </a:lnTo>
                  <a:lnTo>
                    <a:pt x="9144" y="178472"/>
                  </a:lnTo>
                  <a:lnTo>
                    <a:pt x="9144" y="178472"/>
                  </a:lnTo>
                  <a:close/>
                  <a:moveTo>
                    <a:pt x="230559" y="89079"/>
                  </a:moveTo>
                  <a:lnTo>
                    <a:pt x="221415" y="178429"/>
                  </a:lnTo>
                  <a:moveTo>
                    <a:pt x="164265" y="204827"/>
                  </a:moveTo>
                  <a:lnTo>
                    <a:pt x="164265" y="204827"/>
                  </a:lnTo>
                  <a:lnTo>
                    <a:pt x="164265" y="251135"/>
                  </a:lnTo>
                  <a:moveTo>
                    <a:pt x="229579" y="251135"/>
                  </a:moveTo>
                  <a:lnTo>
                    <a:pt x="221415" y="204827"/>
                  </a:lnTo>
                  <a:moveTo>
                    <a:pt x="221415" y="202835"/>
                  </a:moveTo>
                  <a:lnTo>
                    <a:pt x="166050" y="202835"/>
                  </a:lnTo>
                  <a:cubicBezTo>
                    <a:pt x="160038" y="202835"/>
                    <a:pt x="155164" y="197961"/>
                    <a:pt x="155164" y="191949"/>
                  </a:cubicBezTo>
                  <a:lnTo>
                    <a:pt x="155164" y="189282"/>
                  </a:lnTo>
                  <a:cubicBezTo>
                    <a:pt x="155164" y="183270"/>
                    <a:pt x="160038" y="178396"/>
                    <a:pt x="166050" y="178396"/>
                  </a:cubicBezTo>
                  <a:lnTo>
                    <a:pt x="221415" y="178396"/>
                  </a:lnTo>
                  <a:lnTo>
                    <a:pt x="221415" y="178396"/>
                  </a:lnTo>
                  <a:lnTo>
                    <a:pt x="221415" y="202835"/>
                  </a:lnTo>
                  <a:lnTo>
                    <a:pt x="221415" y="202835"/>
                  </a:lnTo>
                  <a:close/>
                  <a:moveTo>
                    <a:pt x="70495" y="125949"/>
                  </a:moveTo>
                  <a:lnTo>
                    <a:pt x="160063" y="125949"/>
                  </a:lnTo>
                  <a:cubicBezTo>
                    <a:pt x="160063" y="125949"/>
                    <a:pt x="172429" y="125949"/>
                    <a:pt x="172429" y="138315"/>
                  </a:cubicBezTo>
                  <a:lnTo>
                    <a:pt x="172429" y="138315"/>
                  </a:lnTo>
                  <a:cubicBezTo>
                    <a:pt x="172429" y="138315"/>
                    <a:pt x="172429" y="150681"/>
                    <a:pt x="160063" y="150681"/>
                  </a:cubicBezTo>
                  <a:lnTo>
                    <a:pt x="70495" y="150681"/>
                  </a:lnTo>
                  <a:cubicBezTo>
                    <a:pt x="70495" y="150681"/>
                    <a:pt x="58129" y="150681"/>
                    <a:pt x="58129" y="138315"/>
                  </a:cubicBezTo>
                  <a:lnTo>
                    <a:pt x="58129" y="138315"/>
                  </a:lnTo>
                  <a:cubicBezTo>
                    <a:pt x="58129" y="138315"/>
                    <a:pt x="58129" y="125949"/>
                    <a:pt x="70495" y="125949"/>
                  </a:cubicBezTo>
                  <a:moveTo>
                    <a:pt x="103142" y="249622"/>
                  </a:moveTo>
                  <a:lnTo>
                    <a:pt x="128484" y="249622"/>
                  </a:lnTo>
                </a:path>
              </a:pathLst>
            </a:custGeom>
            <a:noFill/>
            <a:ln w="816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161" name="Group 6160">
            <a:extLst>
              <a:ext uri="{FF2B5EF4-FFF2-40B4-BE49-F238E27FC236}">
                <a16:creationId xmlns:a16="http://schemas.microsoft.com/office/drawing/2014/main" id="{4F0AE992-1B5E-4CDD-A6F8-BC3CC5DE4105}"/>
              </a:ext>
            </a:extLst>
          </p:cNvPr>
          <p:cNvGrpSpPr/>
          <p:nvPr/>
        </p:nvGrpSpPr>
        <p:grpSpPr>
          <a:xfrm>
            <a:off x="5302865" y="2842821"/>
            <a:ext cx="391885" cy="391885"/>
            <a:chOff x="4350209" y="2928257"/>
            <a:chExt cx="391885" cy="391885"/>
          </a:xfrm>
        </p:grpSpPr>
        <p:sp>
          <p:nvSpPr>
            <p:cNvPr id="25" name="Rounded Rectangle 15">
              <a:extLst>
                <a:ext uri="{FF2B5EF4-FFF2-40B4-BE49-F238E27FC236}">
                  <a16:creationId xmlns:a16="http://schemas.microsoft.com/office/drawing/2014/main" id="{ECBBC7E6-0771-D554-EC97-4D6BDD08B35C}"/>
                </a:ext>
              </a:extLst>
            </p:cNvPr>
            <p:cNvSpPr/>
            <p:nvPr/>
          </p:nvSpPr>
          <p:spPr>
            <a:xfrm>
              <a:off x="4350209" y="2928257"/>
              <a:ext cx="391885" cy="391885"/>
            </a:xfrm>
            <a:custGeom>
              <a:avLst/>
              <a:gdLst/>
              <a:ahLst/>
              <a:cxnLst/>
              <a:rect l="0" t="0" r="0" b="0"/>
              <a:pathLst>
                <a:path w="391885" h="391885">
                  <a:moveTo>
                    <a:pt x="0" y="195942"/>
                  </a:moveTo>
                  <a:cubicBezTo>
                    <a:pt x="0" y="304157"/>
                    <a:pt x="87727" y="391885"/>
                    <a:pt x="195942" y="391885"/>
                  </a:cubicBezTo>
                  <a:cubicBezTo>
                    <a:pt x="304157" y="391885"/>
                    <a:pt x="391885" y="304157"/>
                    <a:pt x="391885" y="195942"/>
                  </a:cubicBezTo>
                  <a:cubicBezTo>
                    <a:pt x="391885" y="87727"/>
                    <a:pt x="304157" y="0"/>
                    <a:pt x="195942" y="0"/>
                  </a:cubicBezTo>
                  <a:cubicBezTo>
                    <a:pt x="87727" y="0"/>
                    <a:pt x="0" y="87727"/>
                    <a:pt x="0" y="195942"/>
                  </a:cubicBezTo>
                </a:path>
              </a:pathLst>
            </a:custGeom>
            <a:solidFill>
              <a:srgbClr val="1EABD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ounded Rectangle 16">
              <a:extLst>
                <a:ext uri="{FF2B5EF4-FFF2-40B4-BE49-F238E27FC236}">
                  <a16:creationId xmlns:a16="http://schemas.microsoft.com/office/drawing/2014/main" id="{F0E5FC31-5494-B274-7EE2-2ED8566F4AAD}"/>
                </a:ext>
              </a:extLst>
            </p:cNvPr>
            <p:cNvSpPr/>
            <p:nvPr/>
          </p:nvSpPr>
          <p:spPr>
            <a:xfrm>
              <a:off x="4350209" y="2928257"/>
              <a:ext cx="391885" cy="391885"/>
            </a:xfrm>
            <a:custGeom>
              <a:avLst/>
              <a:gdLst/>
              <a:ahLst/>
              <a:cxnLst/>
              <a:rect l="0" t="0" r="0" b="0"/>
              <a:pathLst>
                <a:path w="391885" h="391885">
                  <a:moveTo>
                    <a:pt x="0" y="195942"/>
                  </a:moveTo>
                  <a:cubicBezTo>
                    <a:pt x="0" y="304159"/>
                    <a:pt x="87726" y="391885"/>
                    <a:pt x="195942" y="391885"/>
                  </a:cubicBezTo>
                  <a:cubicBezTo>
                    <a:pt x="304159" y="391885"/>
                    <a:pt x="391885" y="304159"/>
                    <a:pt x="391885" y="195942"/>
                  </a:cubicBezTo>
                  <a:cubicBezTo>
                    <a:pt x="391885" y="87726"/>
                    <a:pt x="304159" y="0"/>
                    <a:pt x="195942" y="0"/>
                  </a:cubicBezTo>
                  <a:cubicBezTo>
                    <a:pt x="87726" y="0"/>
                    <a:pt x="0" y="87726"/>
                    <a:pt x="0" y="195942"/>
                  </a:cubicBezTo>
                  <a:close/>
                </a:path>
              </a:pathLst>
            </a:custGeom>
            <a:noFill/>
            <a:ln w="816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44" name="Rounded Rectangle 43">
              <a:extLst>
                <a:ext uri="{FF2B5EF4-FFF2-40B4-BE49-F238E27FC236}">
                  <a16:creationId xmlns:a16="http://schemas.microsoft.com/office/drawing/2014/main" id="{4F9D6868-B2E8-5EAF-B52D-BF0A8D9C2133}"/>
                </a:ext>
              </a:extLst>
            </p:cNvPr>
            <p:cNvSpPr/>
            <p:nvPr/>
          </p:nvSpPr>
          <p:spPr>
            <a:xfrm>
              <a:off x="4415523" y="2993572"/>
              <a:ext cx="253081" cy="253081"/>
            </a:xfrm>
            <a:custGeom>
              <a:avLst/>
              <a:gdLst/>
              <a:ahLst/>
              <a:cxnLst/>
              <a:rect l="0" t="0" r="0" b="0"/>
              <a:pathLst>
                <a:path w="253081" h="253081">
                  <a:moveTo>
                    <a:pt x="8164" y="114659"/>
                  </a:moveTo>
                  <a:cubicBezTo>
                    <a:pt x="8164" y="173474"/>
                    <a:pt x="55843" y="221154"/>
                    <a:pt x="114659" y="221154"/>
                  </a:cubicBezTo>
                  <a:cubicBezTo>
                    <a:pt x="173474" y="221154"/>
                    <a:pt x="221154" y="173474"/>
                    <a:pt x="221154" y="114659"/>
                  </a:cubicBezTo>
                  <a:cubicBezTo>
                    <a:pt x="221154" y="55843"/>
                    <a:pt x="173474" y="8164"/>
                    <a:pt x="114659" y="8164"/>
                  </a:cubicBezTo>
                  <a:cubicBezTo>
                    <a:pt x="55843" y="8164"/>
                    <a:pt x="8164" y="55843"/>
                    <a:pt x="8164" y="114659"/>
                  </a:cubicBezTo>
                  <a:moveTo>
                    <a:pt x="0" y="0"/>
                  </a:moveTo>
                  <a:moveTo>
                    <a:pt x="253081" y="253081"/>
                  </a:moveTo>
                  <a:lnTo>
                    <a:pt x="189966" y="189966"/>
                  </a:lnTo>
                  <a:moveTo>
                    <a:pt x="58216" y="91625"/>
                  </a:moveTo>
                  <a:cubicBezTo>
                    <a:pt x="58216" y="76895"/>
                    <a:pt x="67603" y="64955"/>
                    <a:pt x="79182" y="64955"/>
                  </a:cubicBezTo>
                  <a:cubicBezTo>
                    <a:pt x="90761" y="64955"/>
                    <a:pt x="100148" y="76895"/>
                    <a:pt x="100148" y="91625"/>
                  </a:cubicBezTo>
                  <a:cubicBezTo>
                    <a:pt x="100148" y="106354"/>
                    <a:pt x="90761" y="118295"/>
                    <a:pt x="79182" y="118295"/>
                  </a:cubicBezTo>
                  <a:cubicBezTo>
                    <a:pt x="67603" y="118295"/>
                    <a:pt x="58216" y="106354"/>
                    <a:pt x="58216" y="91625"/>
                  </a:cubicBezTo>
                  <a:moveTo>
                    <a:pt x="79182" y="164374"/>
                  </a:moveTo>
                  <a:lnTo>
                    <a:pt x="79182" y="118295"/>
                  </a:lnTo>
                  <a:moveTo>
                    <a:pt x="148437" y="164374"/>
                  </a:moveTo>
                  <a:lnTo>
                    <a:pt x="148437" y="64955"/>
                  </a:lnTo>
                  <a:moveTo>
                    <a:pt x="171112" y="64955"/>
                  </a:moveTo>
                  <a:lnTo>
                    <a:pt x="171112" y="102325"/>
                  </a:lnTo>
                  <a:cubicBezTo>
                    <a:pt x="171112" y="110968"/>
                    <a:pt x="160956" y="117968"/>
                    <a:pt x="148437" y="117968"/>
                  </a:cubicBezTo>
                  <a:lnTo>
                    <a:pt x="148437" y="117968"/>
                  </a:lnTo>
                  <a:cubicBezTo>
                    <a:pt x="135908" y="117968"/>
                    <a:pt x="125751" y="110968"/>
                    <a:pt x="125751" y="102325"/>
                  </a:cubicBezTo>
                  <a:lnTo>
                    <a:pt x="125751" y="64955"/>
                  </a:lnTo>
                </a:path>
              </a:pathLst>
            </a:custGeom>
            <a:noFill/>
            <a:ln w="816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162" name="Group 6161">
            <a:extLst>
              <a:ext uri="{FF2B5EF4-FFF2-40B4-BE49-F238E27FC236}">
                <a16:creationId xmlns:a16="http://schemas.microsoft.com/office/drawing/2014/main" id="{8EA8AA56-18E5-25E6-A029-E80050A7AE48}"/>
              </a:ext>
            </a:extLst>
          </p:cNvPr>
          <p:cNvGrpSpPr/>
          <p:nvPr/>
        </p:nvGrpSpPr>
        <p:grpSpPr>
          <a:xfrm>
            <a:off x="5919726" y="3488673"/>
            <a:ext cx="391885" cy="391885"/>
            <a:chOff x="4350209" y="3450772"/>
            <a:chExt cx="391885" cy="391885"/>
          </a:xfrm>
        </p:grpSpPr>
        <p:sp>
          <p:nvSpPr>
            <p:cNvPr id="23" name="Rounded Rectangle 13">
              <a:extLst>
                <a:ext uri="{FF2B5EF4-FFF2-40B4-BE49-F238E27FC236}">
                  <a16:creationId xmlns:a16="http://schemas.microsoft.com/office/drawing/2014/main" id="{FB5081CD-7373-84FC-87E2-37FEB6FE92AC}"/>
                </a:ext>
              </a:extLst>
            </p:cNvPr>
            <p:cNvSpPr/>
            <p:nvPr/>
          </p:nvSpPr>
          <p:spPr>
            <a:xfrm>
              <a:off x="4350209" y="3450772"/>
              <a:ext cx="391885" cy="391885"/>
            </a:xfrm>
            <a:custGeom>
              <a:avLst/>
              <a:gdLst/>
              <a:ahLst/>
              <a:cxnLst/>
              <a:rect l="0" t="0" r="0" b="0"/>
              <a:pathLst>
                <a:path w="391885" h="391885">
                  <a:moveTo>
                    <a:pt x="0" y="195942"/>
                  </a:moveTo>
                  <a:cubicBezTo>
                    <a:pt x="0" y="304157"/>
                    <a:pt x="87727" y="391885"/>
                    <a:pt x="195942" y="391885"/>
                  </a:cubicBezTo>
                  <a:cubicBezTo>
                    <a:pt x="304157" y="391885"/>
                    <a:pt x="391885" y="304157"/>
                    <a:pt x="391885" y="195942"/>
                  </a:cubicBezTo>
                  <a:cubicBezTo>
                    <a:pt x="391885" y="87727"/>
                    <a:pt x="304157" y="0"/>
                    <a:pt x="195942" y="0"/>
                  </a:cubicBezTo>
                  <a:cubicBezTo>
                    <a:pt x="87727" y="0"/>
                    <a:pt x="0" y="87727"/>
                    <a:pt x="0" y="195942"/>
                  </a:cubicBezTo>
                </a:path>
              </a:pathLst>
            </a:custGeom>
            <a:solidFill>
              <a:srgbClr val="7F64E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ounded Rectangle 14">
              <a:extLst>
                <a:ext uri="{FF2B5EF4-FFF2-40B4-BE49-F238E27FC236}">
                  <a16:creationId xmlns:a16="http://schemas.microsoft.com/office/drawing/2014/main" id="{8796516B-E04A-3890-4690-304085D6F64C}"/>
                </a:ext>
              </a:extLst>
            </p:cNvPr>
            <p:cNvSpPr/>
            <p:nvPr/>
          </p:nvSpPr>
          <p:spPr>
            <a:xfrm>
              <a:off x="4350209" y="3450772"/>
              <a:ext cx="391885" cy="391885"/>
            </a:xfrm>
            <a:custGeom>
              <a:avLst/>
              <a:gdLst/>
              <a:ahLst/>
              <a:cxnLst/>
              <a:rect l="0" t="0" r="0" b="0"/>
              <a:pathLst>
                <a:path w="391885" h="391885">
                  <a:moveTo>
                    <a:pt x="0" y="195942"/>
                  </a:moveTo>
                  <a:cubicBezTo>
                    <a:pt x="0" y="304159"/>
                    <a:pt x="87726" y="391885"/>
                    <a:pt x="195942" y="391885"/>
                  </a:cubicBezTo>
                  <a:cubicBezTo>
                    <a:pt x="304159" y="391885"/>
                    <a:pt x="391885" y="304159"/>
                    <a:pt x="391885" y="195942"/>
                  </a:cubicBezTo>
                  <a:cubicBezTo>
                    <a:pt x="391885" y="87726"/>
                    <a:pt x="304159" y="0"/>
                    <a:pt x="195942" y="0"/>
                  </a:cubicBezTo>
                  <a:cubicBezTo>
                    <a:pt x="87726" y="0"/>
                    <a:pt x="0" y="87726"/>
                    <a:pt x="0" y="195942"/>
                  </a:cubicBezTo>
                  <a:close/>
                </a:path>
              </a:pathLst>
            </a:custGeom>
            <a:noFill/>
            <a:ln w="816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45" name="Rounded Rectangle 44">
              <a:extLst>
                <a:ext uri="{FF2B5EF4-FFF2-40B4-BE49-F238E27FC236}">
                  <a16:creationId xmlns:a16="http://schemas.microsoft.com/office/drawing/2014/main" id="{672D8B7C-B599-D992-C3C8-8C5CE5FBEBC5}"/>
                </a:ext>
              </a:extLst>
            </p:cNvPr>
            <p:cNvSpPr/>
            <p:nvPr/>
          </p:nvSpPr>
          <p:spPr>
            <a:xfrm>
              <a:off x="4434573" y="3524250"/>
              <a:ext cx="223157" cy="244928"/>
            </a:xfrm>
            <a:custGeom>
              <a:avLst/>
              <a:gdLst/>
              <a:ahLst/>
              <a:cxnLst/>
              <a:rect l="0" t="0" r="0" b="0"/>
              <a:pathLst>
                <a:path w="223157" h="244928">
                  <a:moveTo>
                    <a:pt x="48985" y="239485"/>
                  </a:moveTo>
                  <a:lnTo>
                    <a:pt x="70757" y="217714"/>
                  </a:lnTo>
                  <a:lnTo>
                    <a:pt x="48985" y="195942"/>
                  </a:lnTo>
                  <a:moveTo>
                    <a:pt x="141514" y="103414"/>
                  </a:moveTo>
                  <a:lnTo>
                    <a:pt x="206828" y="103414"/>
                  </a:lnTo>
                  <a:cubicBezTo>
                    <a:pt x="206828" y="103414"/>
                    <a:pt x="217714" y="103414"/>
                    <a:pt x="217714" y="114300"/>
                  </a:cubicBezTo>
                  <a:lnTo>
                    <a:pt x="217714" y="234042"/>
                  </a:lnTo>
                  <a:cubicBezTo>
                    <a:pt x="217714" y="234042"/>
                    <a:pt x="217714" y="244928"/>
                    <a:pt x="206828" y="244928"/>
                  </a:cubicBezTo>
                  <a:lnTo>
                    <a:pt x="141514" y="244928"/>
                  </a:lnTo>
                  <a:cubicBezTo>
                    <a:pt x="141514" y="244928"/>
                    <a:pt x="130628" y="244928"/>
                    <a:pt x="130628" y="234042"/>
                  </a:cubicBezTo>
                  <a:lnTo>
                    <a:pt x="130628" y="114300"/>
                  </a:lnTo>
                  <a:cubicBezTo>
                    <a:pt x="130628" y="114300"/>
                    <a:pt x="130628" y="103414"/>
                    <a:pt x="141514" y="103414"/>
                  </a:cubicBezTo>
                  <a:moveTo>
                    <a:pt x="5442" y="163285"/>
                  </a:moveTo>
                  <a:cubicBezTo>
                    <a:pt x="5442" y="193345"/>
                    <a:pt x="29811" y="217714"/>
                    <a:pt x="59871" y="217714"/>
                  </a:cubicBezTo>
                  <a:lnTo>
                    <a:pt x="70757" y="217714"/>
                  </a:lnTo>
                  <a:moveTo>
                    <a:pt x="179614" y="0"/>
                  </a:moveTo>
                  <a:lnTo>
                    <a:pt x="157842" y="21771"/>
                  </a:lnTo>
                  <a:lnTo>
                    <a:pt x="179614" y="43542"/>
                  </a:lnTo>
                  <a:moveTo>
                    <a:pt x="223157" y="76200"/>
                  </a:moveTo>
                  <a:cubicBezTo>
                    <a:pt x="223157" y="46139"/>
                    <a:pt x="198788" y="21771"/>
                    <a:pt x="168728" y="21771"/>
                  </a:cubicBezTo>
                  <a:lnTo>
                    <a:pt x="157842" y="21771"/>
                  </a:lnTo>
                  <a:moveTo>
                    <a:pt x="130628" y="201385"/>
                  </a:moveTo>
                  <a:lnTo>
                    <a:pt x="217714" y="201385"/>
                  </a:lnTo>
                  <a:moveTo>
                    <a:pt x="174171" y="220435"/>
                  </a:moveTo>
                  <a:cubicBezTo>
                    <a:pt x="172668" y="220435"/>
                    <a:pt x="171450" y="221654"/>
                    <a:pt x="171450" y="223157"/>
                  </a:cubicBezTo>
                  <a:cubicBezTo>
                    <a:pt x="171450" y="224660"/>
                    <a:pt x="172668" y="225878"/>
                    <a:pt x="174171" y="225878"/>
                  </a:cubicBezTo>
                  <a:cubicBezTo>
                    <a:pt x="175674" y="225878"/>
                    <a:pt x="176892" y="224660"/>
                    <a:pt x="176892" y="223157"/>
                  </a:cubicBezTo>
                  <a:cubicBezTo>
                    <a:pt x="176892" y="221654"/>
                    <a:pt x="175674" y="220435"/>
                    <a:pt x="174171" y="220435"/>
                  </a:cubicBezTo>
                  <a:lnTo>
                    <a:pt x="174171" y="220435"/>
                  </a:lnTo>
                  <a:moveTo>
                    <a:pt x="54428" y="103414"/>
                  </a:moveTo>
                  <a:cubicBezTo>
                    <a:pt x="54428" y="109426"/>
                    <a:pt x="59302" y="114300"/>
                    <a:pt x="65314" y="114300"/>
                  </a:cubicBezTo>
                  <a:cubicBezTo>
                    <a:pt x="71326" y="114300"/>
                    <a:pt x="76200" y="109426"/>
                    <a:pt x="76200" y="103414"/>
                  </a:cubicBezTo>
                  <a:cubicBezTo>
                    <a:pt x="76200" y="97402"/>
                    <a:pt x="71326" y="92528"/>
                    <a:pt x="65314" y="92528"/>
                  </a:cubicBezTo>
                  <a:cubicBezTo>
                    <a:pt x="59302" y="92528"/>
                    <a:pt x="54428" y="97402"/>
                    <a:pt x="54428" y="103414"/>
                  </a:cubicBezTo>
                  <a:moveTo>
                    <a:pt x="10885" y="103414"/>
                  </a:moveTo>
                  <a:cubicBezTo>
                    <a:pt x="10885" y="109426"/>
                    <a:pt x="15759" y="114300"/>
                    <a:pt x="21771" y="114300"/>
                  </a:cubicBezTo>
                  <a:cubicBezTo>
                    <a:pt x="27783" y="114300"/>
                    <a:pt x="32657" y="109426"/>
                    <a:pt x="32657" y="103414"/>
                  </a:cubicBezTo>
                  <a:cubicBezTo>
                    <a:pt x="32657" y="97402"/>
                    <a:pt x="27783" y="92528"/>
                    <a:pt x="21771" y="92528"/>
                  </a:cubicBezTo>
                  <a:cubicBezTo>
                    <a:pt x="15759" y="92528"/>
                    <a:pt x="10885" y="97402"/>
                    <a:pt x="10885" y="103414"/>
                  </a:cubicBezTo>
                  <a:moveTo>
                    <a:pt x="97971" y="0"/>
                  </a:moveTo>
                  <a:lnTo>
                    <a:pt x="70757" y="81642"/>
                  </a:lnTo>
                  <a:lnTo>
                    <a:pt x="16328" y="81642"/>
                  </a:lnTo>
                  <a:lnTo>
                    <a:pt x="0" y="27214"/>
                  </a:lnTo>
                  <a:lnTo>
                    <a:pt x="88903" y="27214"/>
                  </a:lnTo>
                </a:path>
              </a:pathLst>
            </a:custGeom>
            <a:noFill/>
            <a:ln w="816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157" name="Group 6156">
            <a:extLst>
              <a:ext uri="{FF2B5EF4-FFF2-40B4-BE49-F238E27FC236}">
                <a16:creationId xmlns:a16="http://schemas.microsoft.com/office/drawing/2014/main" id="{B5858F1F-8D62-40F6-B94D-8016F2E3EA40}"/>
              </a:ext>
            </a:extLst>
          </p:cNvPr>
          <p:cNvGrpSpPr/>
          <p:nvPr/>
        </p:nvGrpSpPr>
        <p:grpSpPr>
          <a:xfrm>
            <a:off x="4169257" y="1727192"/>
            <a:ext cx="391885" cy="391885"/>
            <a:chOff x="4350209" y="1883229"/>
            <a:chExt cx="391885" cy="391885"/>
          </a:xfrm>
        </p:grpSpPr>
        <p:sp>
          <p:nvSpPr>
            <p:cNvPr id="29" name="Rounded Rectangle 19">
              <a:extLst>
                <a:ext uri="{FF2B5EF4-FFF2-40B4-BE49-F238E27FC236}">
                  <a16:creationId xmlns:a16="http://schemas.microsoft.com/office/drawing/2014/main" id="{C2E21451-C2BD-66D3-7BC6-49FBC2558537}"/>
                </a:ext>
              </a:extLst>
            </p:cNvPr>
            <p:cNvSpPr/>
            <p:nvPr/>
          </p:nvSpPr>
          <p:spPr>
            <a:xfrm>
              <a:off x="4350209" y="1883229"/>
              <a:ext cx="391885" cy="391885"/>
            </a:xfrm>
            <a:custGeom>
              <a:avLst/>
              <a:gdLst/>
              <a:ahLst/>
              <a:cxnLst/>
              <a:rect l="0" t="0" r="0" b="0"/>
              <a:pathLst>
                <a:path w="391885" h="391885">
                  <a:moveTo>
                    <a:pt x="0" y="195942"/>
                  </a:moveTo>
                  <a:cubicBezTo>
                    <a:pt x="0" y="304157"/>
                    <a:pt x="87727" y="391885"/>
                    <a:pt x="195942" y="391885"/>
                  </a:cubicBezTo>
                  <a:cubicBezTo>
                    <a:pt x="304157" y="391885"/>
                    <a:pt x="391885" y="304157"/>
                    <a:pt x="391885" y="195942"/>
                  </a:cubicBezTo>
                  <a:cubicBezTo>
                    <a:pt x="391885" y="87727"/>
                    <a:pt x="304157" y="0"/>
                    <a:pt x="195942" y="0"/>
                  </a:cubicBezTo>
                  <a:cubicBezTo>
                    <a:pt x="87727" y="0"/>
                    <a:pt x="0" y="87727"/>
                    <a:pt x="0" y="195942"/>
                  </a:cubicBezTo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ounded Rectangle 20">
              <a:extLst>
                <a:ext uri="{FF2B5EF4-FFF2-40B4-BE49-F238E27FC236}">
                  <a16:creationId xmlns:a16="http://schemas.microsoft.com/office/drawing/2014/main" id="{0DD2E872-E9EE-5034-0F5A-E96E8193B35B}"/>
                </a:ext>
              </a:extLst>
            </p:cNvPr>
            <p:cNvSpPr/>
            <p:nvPr/>
          </p:nvSpPr>
          <p:spPr>
            <a:xfrm>
              <a:off x="4350209" y="1883229"/>
              <a:ext cx="391885" cy="391885"/>
            </a:xfrm>
            <a:custGeom>
              <a:avLst/>
              <a:gdLst/>
              <a:ahLst/>
              <a:cxnLst/>
              <a:rect l="0" t="0" r="0" b="0"/>
              <a:pathLst>
                <a:path w="391885" h="391885">
                  <a:moveTo>
                    <a:pt x="0" y="195942"/>
                  </a:moveTo>
                  <a:cubicBezTo>
                    <a:pt x="0" y="304159"/>
                    <a:pt x="87726" y="391885"/>
                    <a:pt x="195942" y="391885"/>
                  </a:cubicBezTo>
                  <a:cubicBezTo>
                    <a:pt x="304159" y="391885"/>
                    <a:pt x="391885" y="304159"/>
                    <a:pt x="391885" y="195942"/>
                  </a:cubicBezTo>
                  <a:cubicBezTo>
                    <a:pt x="391885" y="87726"/>
                    <a:pt x="304159" y="0"/>
                    <a:pt x="195942" y="0"/>
                  </a:cubicBezTo>
                  <a:cubicBezTo>
                    <a:pt x="87726" y="0"/>
                    <a:pt x="0" y="87726"/>
                    <a:pt x="0" y="195942"/>
                  </a:cubicBezTo>
                  <a:close/>
                </a:path>
              </a:pathLst>
            </a:custGeom>
            <a:noFill/>
            <a:ln w="816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47" name="Rounded Rectangle 45">
              <a:extLst>
                <a:ext uri="{FF2B5EF4-FFF2-40B4-BE49-F238E27FC236}">
                  <a16:creationId xmlns:a16="http://schemas.microsoft.com/office/drawing/2014/main" id="{87A75B7E-3234-3D1A-0AEF-C7D0962C04B9}"/>
                </a:ext>
              </a:extLst>
            </p:cNvPr>
            <p:cNvSpPr/>
            <p:nvPr/>
          </p:nvSpPr>
          <p:spPr>
            <a:xfrm>
              <a:off x="4415523" y="1948543"/>
              <a:ext cx="251210" cy="255465"/>
            </a:xfrm>
            <a:custGeom>
              <a:avLst/>
              <a:gdLst/>
              <a:ahLst/>
              <a:cxnLst/>
              <a:rect l="0" t="0" r="0" b="0"/>
              <a:pathLst>
                <a:path w="251210" h="255465">
                  <a:moveTo>
                    <a:pt x="0" y="0"/>
                  </a:moveTo>
                  <a:moveTo>
                    <a:pt x="248128" y="255465"/>
                  </a:moveTo>
                  <a:lnTo>
                    <a:pt x="249435" y="240824"/>
                  </a:lnTo>
                  <a:cubicBezTo>
                    <a:pt x="251210" y="221219"/>
                    <a:pt x="238166" y="203339"/>
                    <a:pt x="218955" y="199045"/>
                  </a:cubicBezTo>
                  <a:lnTo>
                    <a:pt x="181551" y="186929"/>
                  </a:lnTo>
                  <a:lnTo>
                    <a:pt x="181551" y="137366"/>
                  </a:lnTo>
                  <a:cubicBezTo>
                    <a:pt x="181551" y="126545"/>
                    <a:pt x="172779" y="117772"/>
                    <a:pt x="161957" y="117772"/>
                  </a:cubicBezTo>
                  <a:cubicBezTo>
                    <a:pt x="151136" y="117772"/>
                    <a:pt x="142363" y="126545"/>
                    <a:pt x="142363" y="137366"/>
                  </a:cubicBezTo>
                  <a:lnTo>
                    <a:pt x="142363" y="235882"/>
                  </a:lnTo>
                  <a:lnTo>
                    <a:pt x="120178" y="219205"/>
                  </a:lnTo>
                  <a:cubicBezTo>
                    <a:pt x="112218" y="213209"/>
                    <a:pt x="101057" y="213989"/>
                    <a:pt x="94008" y="221035"/>
                  </a:cubicBezTo>
                  <a:cubicBezTo>
                    <a:pt x="86960" y="228080"/>
                    <a:pt x="86175" y="239241"/>
                    <a:pt x="92169" y="247203"/>
                  </a:cubicBezTo>
                  <a:lnTo>
                    <a:pt x="98363" y="255465"/>
                  </a:lnTo>
                  <a:moveTo>
                    <a:pt x="117794" y="157494"/>
                  </a:moveTo>
                  <a:lnTo>
                    <a:pt x="27987" y="157494"/>
                  </a:lnTo>
                  <a:cubicBezTo>
                    <a:pt x="18969" y="157494"/>
                    <a:pt x="11658" y="150183"/>
                    <a:pt x="11658" y="141165"/>
                  </a:cubicBezTo>
                  <a:lnTo>
                    <a:pt x="11658" y="26865"/>
                  </a:lnTo>
                  <a:cubicBezTo>
                    <a:pt x="11658" y="17847"/>
                    <a:pt x="18969" y="10537"/>
                    <a:pt x="27987" y="10537"/>
                  </a:cubicBezTo>
                  <a:lnTo>
                    <a:pt x="60644" y="10537"/>
                  </a:lnTo>
                  <a:moveTo>
                    <a:pt x="174944" y="10537"/>
                  </a:moveTo>
                  <a:lnTo>
                    <a:pt x="207601" y="10537"/>
                  </a:lnTo>
                  <a:cubicBezTo>
                    <a:pt x="216619" y="10537"/>
                    <a:pt x="223930" y="17847"/>
                    <a:pt x="223930" y="26865"/>
                  </a:cubicBezTo>
                  <a:lnTo>
                    <a:pt x="223930" y="141165"/>
                  </a:lnTo>
                  <a:cubicBezTo>
                    <a:pt x="223930" y="150183"/>
                    <a:pt x="216619" y="157494"/>
                    <a:pt x="207601" y="157494"/>
                  </a:cubicBezTo>
                  <a:moveTo>
                    <a:pt x="0" y="0"/>
                  </a:moveTo>
                  <a:moveTo>
                    <a:pt x="41833" y="91755"/>
                  </a:moveTo>
                  <a:lnTo>
                    <a:pt x="51913" y="106865"/>
                  </a:lnTo>
                  <a:cubicBezTo>
                    <a:pt x="54570" y="110850"/>
                    <a:pt x="59043" y="113244"/>
                    <a:pt x="63833" y="113244"/>
                  </a:cubicBezTo>
                  <a:lnTo>
                    <a:pt x="117794" y="113244"/>
                  </a:lnTo>
                  <a:moveTo>
                    <a:pt x="34670" y="91755"/>
                  </a:moveTo>
                  <a:lnTo>
                    <a:pt x="199437" y="91755"/>
                  </a:lnTo>
                  <a:moveTo>
                    <a:pt x="106309" y="16535"/>
                  </a:moveTo>
                  <a:cubicBezTo>
                    <a:pt x="106308" y="22470"/>
                    <a:pt x="111119" y="27282"/>
                    <a:pt x="117054" y="27282"/>
                  </a:cubicBezTo>
                  <a:cubicBezTo>
                    <a:pt x="122988" y="27282"/>
                    <a:pt x="127799" y="22470"/>
                    <a:pt x="127798" y="16535"/>
                  </a:cubicBezTo>
                  <a:cubicBezTo>
                    <a:pt x="127799" y="10600"/>
                    <a:pt x="122988" y="5788"/>
                    <a:pt x="117054" y="5788"/>
                  </a:cubicBezTo>
                  <a:cubicBezTo>
                    <a:pt x="111119" y="5788"/>
                    <a:pt x="106308" y="10600"/>
                    <a:pt x="106309" y="16535"/>
                  </a:cubicBezTo>
                  <a:moveTo>
                    <a:pt x="52578" y="91755"/>
                  </a:moveTo>
                  <a:cubicBezTo>
                    <a:pt x="52573" y="56143"/>
                    <a:pt x="81441" y="27271"/>
                    <a:pt x="117054" y="27271"/>
                  </a:cubicBezTo>
                  <a:cubicBezTo>
                    <a:pt x="152666" y="27271"/>
                    <a:pt x="181534" y="56143"/>
                    <a:pt x="181530" y="91755"/>
                  </a:cubicBezTo>
                </a:path>
              </a:pathLst>
            </a:custGeom>
            <a:noFill/>
            <a:ln w="816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164" name="Group 6163">
            <a:extLst>
              <a:ext uri="{FF2B5EF4-FFF2-40B4-BE49-F238E27FC236}">
                <a16:creationId xmlns:a16="http://schemas.microsoft.com/office/drawing/2014/main" id="{8A8D420D-3DEB-660C-9E17-5F56BC1079C7}"/>
              </a:ext>
            </a:extLst>
          </p:cNvPr>
          <p:cNvGrpSpPr/>
          <p:nvPr/>
        </p:nvGrpSpPr>
        <p:grpSpPr>
          <a:xfrm>
            <a:off x="6536156" y="4079516"/>
            <a:ext cx="391885" cy="391885"/>
            <a:chOff x="4350209" y="3973286"/>
            <a:chExt cx="391885" cy="391885"/>
          </a:xfrm>
        </p:grpSpPr>
        <p:sp>
          <p:nvSpPr>
            <p:cNvPr id="21" name="Rounded Rectangle 11">
              <a:extLst>
                <a:ext uri="{FF2B5EF4-FFF2-40B4-BE49-F238E27FC236}">
                  <a16:creationId xmlns:a16="http://schemas.microsoft.com/office/drawing/2014/main" id="{36E2E516-65FE-013B-E9C9-C0A20824DBC4}"/>
                </a:ext>
              </a:extLst>
            </p:cNvPr>
            <p:cNvSpPr/>
            <p:nvPr/>
          </p:nvSpPr>
          <p:spPr>
            <a:xfrm>
              <a:off x="4350209" y="3973286"/>
              <a:ext cx="391885" cy="391885"/>
            </a:xfrm>
            <a:custGeom>
              <a:avLst/>
              <a:gdLst/>
              <a:ahLst/>
              <a:cxnLst/>
              <a:rect l="0" t="0" r="0" b="0"/>
              <a:pathLst>
                <a:path w="391885" h="391885">
                  <a:moveTo>
                    <a:pt x="0" y="195942"/>
                  </a:moveTo>
                  <a:cubicBezTo>
                    <a:pt x="0" y="304157"/>
                    <a:pt x="87727" y="391885"/>
                    <a:pt x="195942" y="391885"/>
                  </a:cubicBezTo>
                  <a:cubicBezTo>
                    <a:pt x="304157" y="391885"/>
                    <a:pt x="391885" y="304157"/>
                    <a:pt x="391885" y="195942"/>
                  </a:cubicBezTo>
                  <a:cubicBezTo>
                    <a:pt x="391885" y="87727"/>
                    <a:pt x="304157" y="0"/>
                    <a:pt x="195942" y="0"/>
                  </a:cubicBezTo>
                  <a:cubicBezTo>
                    <a:pt x="87727" y="0"/>
                    <a:pt x="0" y="87727"/>
                    <a:pt x="0" y="195942"/>
                  </a:cubicBezTo>
                </a:path>
              </a:pathLst>
            </a:custGeom>
            <a:solidFill>
              <a:srgbClr val="DE58A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ounded Rectangle 12">
              <a:extLst>
                <a:ext uri="{FF2B5EF4-FFF2-40B4-BE49-F238E27FC236}">
                  <a16:creationId xmlns:a16="http://schemas.microsoft.com/office/drawing/2014/main" id="{AED34935-A286-5E59-F161-A619E8158079}"/>
                </a:ext>
              </a:extLst>
            </p:cNvPr>
            <p:cNvSpPr/>
            <p:nvPr/>
          </p:nvSpPr>
          <p:spPr>
            <a:xfrm>
              <a:off x="4350209" y="3973286"/>
              <a:ext cx="391885" cy="391885"/>
            </a:xfrm>
            <a:custGeom>
              <a:avLst/>
              <a:gdLst/>
              <a:ahLst/>
              <a:cxnLst/>
              <a:rect l="0" t="0" r="0" b="0"/>
              <a:pathLst>
                <a:path w="391885" h="391885">
                  <a:moveTo>
                    <a:pt x="0" y="195942"/>
                  </a:moveTo>
                  <a:cubicBezTo>
                    <a:pt x="0" y="304159"/>
                    <a:pt x="87726" y="391885"/>
                    <a:pt x="195942" y="391885"/>
                  </a:cubicBezTo>
                  <a:cubicBezTo>
                    <a:pt x="304159" y="391885"/>
                    <a:pt x="391885" y="304159"/>
                    <a:pt x="391885" y="195942"/>
                  </a:cubicBezTo>
                  <a:cubicBezTo>
                    <a:pt x="391885" y="87726"/>
                    <a:pt x="304159" y="0"/>
                    <a:pt x="195942" y="0"/>
                  </a:cubicBezTo>
                  <a:cubicBezTo>
                    <a:pt x="87726" y="0"/>
                    <a:pt x="0" y="87726"/>
                    <a:pt x="0" y="195942"/>
                  </a:cubicBezTo>
                  <a:close/>
                </a:path>
              </a:pathLst>
            </a:custGeom>
            <a:noFill/>
            <a:ln w="816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6149" name="Rounded Rectangle 46">
              <a:extLst>
                <a:ext uri="{FF2B5EF4-FFF2-40B4-BE49-F238E27FC236}">
                  <a16:creationId xmlns:a16="http://schemas.microsoft.com/office/drawing/2014/main" id="{EE609BBE-7DC2-3FFC-C771-4B1D8460BDE8}"/>
                </a:ext>
              </a:extLst>
            </p:cNvPr>
            <p:cNvSpPr/>
            <p:nvPr/>
          </p:nvSpPr>
          <p:spPr>
            <a:xfrm>
              <a:off x="4420966" y="4044043"/>
              <a:ext cx="250371" cy="250371"/>
            </a:xfrm>
            <a:custGeom>
              <a:avLst/>
              <a:gdLst/>
              <a:ahLst/>
              <a:cxnLst/>
              <a:rect l="0" t="0" r="0" b="0"/>
              <a:pathLst>
                <a:path w="250371" h="250371">
                  <a:moveTo>
                    <a:pt x="250371" y="239485"/>
                  </a:moveTo>
                  <a:cubicBezTo>
                    <a:pt x="250371" y="245497"/>
                    <a:pt x="245497" y="250371"/>
                    <a:pt x="239485" y="250371"/>
                  </a:cubicBezTo>
                  <a:lnTo>
                    <a:pt x="10885" y="250371"/>
                  </a:lnTo>
                  <a:cubicBezTo>
                    <a:pt x="4873" y="250371"/>
                    <a:pt x="0" y="245497"/>
                    <a:pt x="0" y="239485"/>
                  </a:cubicBezTo>
                  <a:lnTo>
                    <a:pt x="0" y="174171"/>
                  </a:lnTo>
                  <a:lnTo>
                    <a:pt x="76200" y="174171"/>
                  </a:lnTo>
                  <a:lnTo>
                    <a:pt x="76200" y="185057"/>
                  </a:lnTo>
                  <a:cubicBezTo>
                    <a:pt x="76235" y="197066"/>
                    <a:pt x="85962" y="206792"/>
                    <a:pt x="97971" y="206828"/>
                  </a:cubicBezTo>
                  <a:lnTo>
                    <a:pt x="152400" y="206828"/>
                  </a:lnTo>
                  <a:cubicBezTo>
                    <a:pt x="164409" y="206792"/>
                    <a:pt x="174135" y="197066"/>
                    <a:pt x="174171" y="185057"/>
                  </a:cubicBezTo>
                  <a:lnTo>
                    <a:pt x="174171" y="174171"/>
                  </a:lnTo>
                  <a:lnTo>
                    <a:pt x="250371" y="174171"/>
                  </a:lnTo>
                  <a:close/>
                  <a:moveTo>
                    <a:pt x="152400" y="108857"/>
                  </a:moveTo>
                  <a:lnTo>
                    <a:pt x="206023" y="108857"/>
                  </a:lnTo>
                  <a:cubicBezTo>
                    <a:pt x="209900" y="108868"/>
                    <a:pt x="213478" y="110942"/>
                    <a:pt x="215417" y="114300"/>
                  </a:cubicBezTo>
                  <a:lnTo>
                    <a:pt x="250371" y="174171"/>
                  </a:lnTo>
                  <a:moveTo>
                    <a:pt x="0" y="174171"/>
                  </a:moveTo>
                  <a:lnTo>
                    <a:pt x="34954" y="114300"/>
                  </a:lnTo>
                  <a:cubicBezTo>
                    <a:pt x="36892" y="110942"/>
                    <a:pt x="40471" y="108868"/>
                    <a:pt x="44348" y="108857"/>
                  </a:cubicBezTo>
                  <a:lnTo>
                    <a:pt x="65314" y="108857"/>
                  </a:lnTo>
                  <a:moveTo>
                    <a:pt x="195942" y="87085"/>
                  </a:moveTo>
                  <a:lnTo>
                    <a:pt x="195942" y="65314"/>
                  </a:lnTo>
                  <a:cubicBezTo>
                    <a:pt x="144766" y="62877"/>
                    <a:pt x="99076" y="97145"/>
                    <a:pt x="87085" y="146957"/>
                  </a:cubicBezTo>
                  <a:cubicBezTo>
                    <a:pt x="87085" y="146957"/>
                    <a:pt x="87085" y="21771"/>
                    <a:pt x="195942" y="21771"/>
                  </a:cubicBezTo>
                  <a:lnTo>
                    <a:pt x="195942" y="0"/>
                  </a:lnTo>
                  <a:lnTo>
                    <a:pt x="250371" y="43542"/>
                  </a:lnTo>
                  <a:close/>
                </a:path>
              </a:pathLst>
            </a:custGeom>
            <a:noFill/>
            <a:ln w="816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165" name="Group 6164">
            <a:extLst>
              <a:ext uri="{FF2B5EF4-FFF2-40B4-BE49-F238E27FC236}">
                <a16:creationId xmlns:a16="http://schemas.microsoft.com/office/drawing/2014/main" id="{F6271FDB-12E3-F5A0-359B-3E55E7484F5E}"/>
              </a:ext>
            </a:extLst>
          </p:cNvPr>
          <p:cNvGrpSpPr/>
          <p:nvPr/>
        </p:nvGrpSpPr>
        <p:grpSpPr>
          <a:xfrm>
            <a:off x="7198874" y="4733992"/>
            <a:ext cx="391885" cy="391885"/>
            <a:chOff x="4350209" y="4495800"/>
            <a:chExt cx="391885" cy="391885"/>
          </a:xfrm>
        </p:grpSpPr>
        <p:sp>
          <p:nvSpPr>
            <p:cNvPr id="19" name="Rounded Rectangle 9">
              <a:extLst>
                <a:ext uri="{FF2B5EF4-FFF2-40B4-BE49-F238E27FC236}">
                  <a16:creationId xmlns:a16="http://schemas.microsoft.com/office/drawing/2014/main" id="{83DF2DBB-D3B6-244D-8ABC-ADCC5A075439}"/>
                </a:ext>
              </a:extLst>
            </p:cNvPr>
            <p:cNvSpPr/>
            <p:nvPr/>
          </p:nvSpPr>
          <p:spPr>
            <a:xfrm>
              <a:off x="4350209" y="4495800"/>
              <a:ext cx="391885" cy="391885"/>
            </a:xfrm>
            <a:custGeom>
              <a:avLst/>
              <a:gdLst/>
              <a:ahLst/>
              <a:cxnLst/>
              <a:rect l="0" t="0" r="0" b="0"/>
              <a:pathLst>
                <a:path w="391885" h="391885">
                  <a:moveTo>
                    <a:pt x="0" y="195942"/>
                  </a:moveTo>
                  <a:cubicBezTo>
                    <a:pt x="0" y="304157"/>
                    <a:pt x="87727" y="391885"/>
                    <a:pt x="195942" y="391885"/>
                  </a:cubicBezTo>
                  <a:cubicBezTo>
                    <a:pt x="304157" y="391885"/>
                    <a:pt x="391885" y="304157"/>
                    <a:pt x="391885" y="195942"/>
                  </a:cubicBezTo>
                  <a:cubicBezTo>
                    <a:pt x="391885" y="87727"/>
                    <a:pt x="304157" y="0"/>
                    <a:pt x="195942" y="0"/>
                  </a:cubicBezTo>
                  <a:cubicBezTo>
                    <a:pt x="87727" y="0"/>
                    <a:pt x="0" y="87727"/>
                    <a:pt x="0" y="195942"/>
                  </a:cubicBezTo>
                </a:path>
              </a:pathLst>
            </a:custGeom>
            <a:solidFill>
              <a:srgbClr val="E5575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nded Rectangle 10">
              <a:extLst>
                <a:ext uri="{FF2B5EF4-FFF2-40B4-BE49-F238E27FC236}">
                  <a16:creationId xmlns:a16="http://schemas.microsoft.com/office/drawing/2014/main" id="{568434D4-C856-474A-EE6D-0958B5526FFC}"/>
                </a:ext>
              </a:extLst>
            </p:cNvPr>
            <p:cNvSpPr/>
            <p:nvPr/>
          </p:nvSpPr>
          <p:spPr>
            <a:xfrm>
              <a:off x="4350209" y="4495800"/>
              <a:ext cx="391885" cy="391885"/>
            </a:xfrm>
            <a:custGeom>
              <a:avLst/>
              <a:gdLst/>
              <a:ahLst/>
              <a:cxnLst/>
              <a:rect l="0" t="0" r="0" b="0"/>
              <a:pathLst>
                <a:path w="391885" h="391885">
                  <a:moveTo>
                    <a:pt x="0" y="195942"/>
                  </a:moveTo>
                  <a:cubicBezTo>
                    <a:pt x="0" y="304159"/>
                    <a:pt x="87726" y="391885"/>
                    <a:pt x="195942" y="391885"/>
                  </a:cubicBezTo>
                  <a:cubicBezTo>
                    <a:pt x="304159" y="391885"/>
                    <a:pt x="391885" y="304159"/>
                    <a:pt x="391885" y="195942"/>
                  </a:cubicBezTo>
                  <a:cubicBezTo>
                    <a:pt x="391885" y="87726"/>
                    <a:pt x="304159" y="0"/>
                    <a:pt x="195942" y="0"/>
                  </a:cubicBezTo>
                  <a:cubicBezTo>
                    <a:pt x="87726" y="0"/>
                    <a:pt x="0" y="87726"/>
                    <a:pt x="0" y="195942"/>
                  </a:cubicBezTo>
                  <a:close/>
                </a:path>
              </a:pathLst>
            </a:custGeom>
            <a:noFill/>
            <a:ln w="816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51" name="Rounded Rectangle 47">
              <a:extLst>
                <a:ext uri="{FF2B5EF4-FFF2-40B4-BE49-F238E27FC236}">
                  <a16:creationId xmlns:a16="http://schemas.microsoft.com/office/drawing/2014/main" id="{C7130DA8-CA2F-9FB7-F650-0E76B5A5B827}"/>
                </a:ext>
              </a:extLst>
            </p:cNvPr>
            <p:cNvSpPr/>
            <p:nvPr/>
          </p:nvSpPr>
          <p:spPr>
            <a:xfrm>
              <a:off x="4420966" y="4566416"/>
              <a:ext cx="250371" cy="250654"/>
            </a:xfrm>
            <a:custGeom>
              <a:avLst/>
              <a:gdLst/>
              <a:ahLst/>
              <a:cxnLst/>
              <a:rect l="0" t="0" r="0" b="0"/>
              <a:pathLst>
                <a:path w="250371" h="250654">
                  <a:moveTo>
                    <a:pt x="0" y="174454"/>
                  </a:moveTo>
                  <a:lnTo>
                    <a:pt x="228600" y="174454"/>
                  </a:lnTo>
                  <a:moveTo>
                    <a:pt x="228600" y="174454"/>
                  </a:moveTo>
                  <a:lnTo>
                    <a:pt x="228600" y="196225"/>
                  </a:lnTo>
                  <a:cubicBezTo>
                    <a:pt x="228600" y="202237"/>
                    <a:pt x="223726" y="207111"/>
                    <a:pt x="217714" y="207111"/>
                  </a:cubicBezTo>
                  <a:lnTo>
                    <a:pt x="10885" y="207111"/>
                  </a:lnTo>
                  <a:cubicBezTo>
                    <a:pt x="4873" y="207111"/>
                    <a:pt x="0" y="202237"/>
                    <a:pt x="0" y="196225"/>
                  </a:cubicBezTo>
                  <a:lnTo>
                    <a:pt x="0" y="54711"/>
                  </a:lnTo>
                  <a:cubicBezTo>
                    <a:pt x="0" y="48699"/>
                    <a:pt x="4873" y="43825"/>
                    <a:pt x="10885" y="43825"/>
                  </a:cubicBezTo>
                  <a:lnTo>
                    <a:pt x="87085" y="43825"/>
                  </a:lnTo>
                  <a:moveTo>
                    <a:pt x="81642" y="250654"/>
                  </a:moveTo>
                  <a:cubicBezTo>
                    <a:pt x="91503" y="238203"/>
                    <a:pt x="97213" y="222975"/>
                    <a:pt x="97971" y="207111"/>
                  </a:cubicBezTo>
                  <a:moveTo>
                    <a:pt x="146957" y="250654"/>
                  </a:moveTo>
                  <a:cubicBezTo>
                    <a:pt x="137096" y="238203"/>
                    <a:pt x="131386" y="222975"/>
                    <a:pt x="130628" y="207111"/>
                  </a:cubicBezTo>
                  <a:moveTo>
                    <a:pt x="65314" y="250654"/>
                  </a:moveTo>
                  <a:lnTo>
                    <a:pt x="163285" y="250654"/>
                  </a:lnTo>
                  <a:moveTo>
                    <a:pt x="239485" y="0"/>
                  </a:moveTo>
                  <a:lnTo>
                    <a:pt x="130628" y="0"/>
                  </a:lnTo>
                  <a:cubicBezTo>
                    <a:pt x="124616" y="0"/>
                    <a:pt x="119742" y="4873"/>
                    <a:pt x="119742" y="10885"/>
                  </a:cubicBezTo>
                  <a:lnTo>
                    <a:pt x="119742" y="152399"/>
                  </a:lnTo>
                  <a:lnTo>
                    <a:pt x="141514" y="135788"/>
                  </a:lnTo>
                  <a:lnTo>
                    <a:pt x="163285" y="152683"/>
                  </a:lnTo>
                  <a:lnTo>
                    <a:pt x="185057" y="136071"/>
                  </a:lnTo>
                  <a:lnTo>
                    <a:pt x="206828" y="152399"/>
                  </a:lnTo>
                  <a:lnTo>
                    <a:pt x="228600" y="136071"/>
                  </a:lnTo>
                  <a:lnTo>
                    <a:pt x="250371" y="152399"/>
                  </a:lnTo>
                  <a:lnTo>
                    <a:pt x="250371" y="10885"/>
                  </a:lnTo>
                  <a:cubicBezTo>
                    <a:pt x="250371" y="4873"/>
                    <a:pt x="245497" y="0"/>
                    <a:pt x="239485" y="0"/>
                  </a:cubicBezTo>
                  <a:close/>
                  <a:moveTo>
                    <a:pt x="197739" y="38851"/>
                  </a:moveTo>
                  <a:lnTo>
                    <a:pt x="179070" y="38851"/>
                  </a:lnTo>
                  <a:cubicBezTo>
                    <a:pt x="173162" y="38848"/>
                    <a:pt x="168083" y="43039"/>
                    <a:pt x="166964" y="48840"/>
                  </a:cubicBezTo>
                  <a:cubicBezTo>
                    <a:pt x="165846" y="54641"/>
                    <a:pt x="169001" y="60420"/>
                    <a:pt x="174487" y="62614"/>
                  </a:cubicBezTo>
                  <a:lnTo>
                    <a:pt x="193439" y="70234"/>
                  </a:lnTo>
                  <a:cubicBezTo>
                    <a:pt x="198937" y="72419"/>
                    <a:pt x="202107" y="78203"/>
                    <a:pt x="200989" y="84013"/>
                  </a:cubicBezTo>
                  <a:cubicBezTo>
                    <a:pt x="199872" y="89823"/>
                    <a:pt x="194783" y="94019"/>
                    <a:pt x="188867" y="94009"/>
                  </a:cubicBezTo>
                  <a:lnTo>
                    <a:pt x="170187" y="94009"/>
                  </a:lnTo>
                  <a:moveTo>
                    <a:pt x="183968" y="27649"/>
                  </a:moveTo>
                  <a:lnTo>
                    <a:pt x="183968" y="38851"/>
                  </a:lnTo>
                  <a:moveTo>
                    <a:pt x="183968" y="93965"/>
                  </a:moveTo>
                  <a:lnTo>
                    <a:pt x="183968" y="105156"/>
                  </a:lnTo>
                </a:path>
              </a:pathLst>
            </a:custGeom>
            <a:noFill/>
            <a:ln w="816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172" name="Group 6171">
            <a:extLst>
              <a:ext uri="{FF2B5EF4-FFF2-40B4-BE49-F238E27FC236}">
                <a16:creationId xmlns:a16="http://schemas.microsoft.com/office/drawing/2014/main" id="{CB8FCA16-499D-8495-E226-D9C47525EB57}"/>
              </a:ext>
            </a:extLst>
          </p:cNvPr>
          <p:cNvGrpSpPr/>
          <p:nvPr/>
        </p:nvGrpSpPr>
        <p:grpSpPr>
          <a:xfrm>
            <a:off x="3621997" y="1178125"/>
            <a:ext cx="391885" cy="391885"/>
            <a:chOff x="3748814" y="1172936"/>
            <a:chExt cx="391885" cy="391885"/>
          </a:xfrm>
        </p:grpSpPr>
        <p:sp>
          <p:nvSpPr>
            <p:cNvPr id="31" name="Rounded Rectangle 21">
              <a:extLst>
                <a:ext uri="{FF2B5EF4-FFF2-40B4-BE49-F238E27FC236}">
                  <a16:creationId xmlns:a16="http://schemas.microsoft.com/office/drawing/2014/main" id="{A79995FA-AE8E-8301-91D3-526D0D87757D}"/>
                </a:ext>
              </a:extLst>
            </p:cNvPr>
            <p:cNvSpPr/>
            <p:nvPr/>
          </p:nvSpPr>
          <p:spPr>
            <a:xfrm>
              <a:off x="3748814" y="1172936"/>
              <a:ext cx="391885" cy="391885"/>
            </a:xfrm>
            <a:custGeom>
              <a:avLst/>
              <a:gdLst/>
              <a:ahLst/>
              <a:cxnLst/>
              <a:rect l="0" t="0" r="0" b="0"/>
              <a:pathLst>
                <a:path w="391885" h="391885">
                  <a:moveTo>
                    <a:pt x="0" y="195942"/>
                  </a:moveTo>
                  <a:cubicBezTo>
                    <a:pt x="0" y="304157"/>
                    <a:pt x="87727" y="391885"/>
                    <a:pt x="195942" y="391885"/>
                  </a:cubicBezTo>
                  <a:cubicBezTo>
                    <a:pt x="304157" y="391885"/>
                    <a:pt x="391885" y="304157"/>
                    <a:pt x="391885" y="195942"/>
                  </a:cubicBezTo>
                  <a:cubicBezTo>
                    <a:pt x="391885" y="87727"/>
                    <a:pt x="304157" y="0"/>
                    <a:pt x="195942" y="0"/>
                  </a:cubicBezTo>
                  <a:cubicBezTo>
                    <a:pt x="87727" y="0"/>
                    <a:pt x="0" y="87727"/>
                    <a:pt x="0" y="195942"/>
                  </a:cubicBezTo>
                </a:path>
              </a:pathLst>
            </a:custGeom>
            <a:solidFill>
              <a:srgbClr val="4E88E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ounded Rectangle 22">
              <a:extLst>
                <a:ext uri="{FF2B5EF4-FFF2-40B4-BE49-F238E27FC236}">
                  <a16:creationId xmlns:a16="http://schemas.microsoft.com/office/drawing/2014/main" id="{41237C34-5E75-F865-EC38-1081F1B535C9}"/>
                </a:ext>
              </a:extLst>
            </p:cNvPr>
            <p:cNvSpPr/>
            <p:nvPr/>
          </p:nvSpPr>
          <p:spPr>
            <a:xfrm>
              <a:off x="3748814" y="1172936"/>
              <a:ext cx="391885" cy="391885"/>
            </a:xfrm>
            <a:custGeom>
              <a:avLst/>
              <a:gdLst/>
              <a:ahLst/>
              <a:cxnLst/>
              <a:rect l="0" t="0" r="0" b="0"/>
              <a:pathLst>
                <a:path w="391885" h="391885">
                  <a:moveTo>
                    <a:pt x="0" y="195942"/>
                  </a:moveTo>
                  <a:cubicBezTo>
                    <a:pt x="0" y="304159"/>
                    <a:pt x="87726" y="391885"/>
                    <a:pt x="195942" y="391885"/>
                  </a:cubicBezTo>
                  <a:cubicBezTo>
                    <a:pt x="304159" y="391885"/>
                    <a:pt x="391885" y="304159"/>
                    <a:pt x="391885" y="195942"/>
                  </a:cubicBezTo>
                  <a:cubicBezTo>
                    <a:pt x="391885" y="87726"/>
                    <a:pt x="304159" y="0"/>
                    <a:pt x="195942" y="0"/>
                  </a:cubicBezTo>
                  <a:cubicBezTo>
                    <a:pt x="87726" y="0"/>
                    <a:pt x="0" y="87726"/>
                    <a:pt x="0" y="195942"/>
                  </a:cubicBezTo>
                  <a:close/>
                </a:path>
              </a:pathLst>
            </a:custGeom>
            <a:noFill/>
            <a:ln w="816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52" name="Rounded Rectangle 48">
              <a:extLst>
                <a:ext uri="{FF2B5EF4-FFF2-40B4-BE49-F238E27FC236}">
                  <a16:creationId xmlns:a16="http://schemas.microsoft.com/office/drawing/2014/main" id="{24800AF1-BCBD-D6B0-DAEC-7784BB0A6863}"/>
                </a:ext>
              </a:extLst>
            </p:cNvPr>
            <p:cNvSpPr/>
            <p:nvPr/>
          </p:nvSpPr>
          <p:spPr>
            <a:xfrm>
              <a:off x="3819571" y="1243693"/>
              <a:ext cx="250371" cy="250371"/>
            </a:xfrm>
            <a:custGeom>
              <a:avLst/>
              <a:gdLst/>
              <a:ahLst/>
              <a:cxnLst/>
              <a:rect l="0" t="0" r="0" b="0"/>
              <a:pathLst>
                <a:path w="250371" h="250371">
                  <a:moveTo>
                    <a:pt x="76200" y="250371"/>
                  </a:moveTo>
                  <a:lnTo>
                    <a:pt x="81642" y="185057"/>
                  </a:lnTo>
                  <a:lnTo>
                    <a:pt x="108857" y="185057"/>
                  </a:lnTo>
                  <a:lnTo>
                    <a:pt x="108857" y="146957"/>
                  </a:lnTo>
                  <a:cubicBezTo>
                    <a:pt x="108857" y="116897"/>
                    <a:pt x="84488" y="92528"/>
                    <a:pt x="54428" y="92528"/>
                  </a:cubicBezTo>
                  <a:cubicBezTo>
                    <a:pt x="24368" y="92528"/>
                    <a:pt x="0" y="116897"/>
                    <a:pt x="0" y="146957"/>
                  </a:cubicBezTo>
                  <a:lnTo>
                    <a:pt x="0" y="185057"/>
                  </a:lnTo>
                  <a:lnTo>
                    <a:pt x="27214" y="185057"/>
                  </a:lnTo>
                  <a:lnTo>
                    <a:pt x="32657" y="250371"/>
                  </a:lnTo>
                  <a:close/>
                  <a:moveTo>
                    <a:pt x="16328" y="38100"/>
                  </a:moveTo>
                  <a:cubicBezTo>
                    <a:pt x="16328" y="59142"/>
                    <a:pt x="33386" y="76200"/>
                    <a:pt x="54428" y="76200"/>
                  </a:cubicBezTo>
                  <a:cubicBezTo>
                    <a:pt x="75470" y="76200"/>
                    <a:pt x="92528" y="59142"/>
                    <a:pt x="92528" y="38100"/>
                  </a:cubicBezTo>
                  <a:cubicBezTo>
                    <a:pt x="92528" y="17057"/>
                    <a:pt x="75470" y="0"/>
                    <a:pt x="54428" y="0"/>
                  </a:cubicBezTo>
                  <a:cubicBezTo>
                    <a:pt x="33386" y="0"/>
                    <a:pt x="16328" y="17057"/>
                    <a:pt x="16328" y="38100"/>
                  </a:cubicBezTo>
                  <a:close/>
                  <a:moveTo>
                    <a:pt x="217714" y="119742"/>
                  </a:moveTo>
                  <a:lnTo>
                    <a:pt x="250371" y="87085"/>
                  </a:lnTo>
                  <a:lnTo>
                    <a:pt x="217714" y="54428"/>
                  </a:lnTo>
                  <a:moveTo>
                    <a:pt x="141514" y="87085"/>
                  </a:moveTo>
                  <a:lnTo>
                    <a:pt x="250371" y="87085"/>
                  </a:lnTo>
                </a:path>
              </a:pathLst>
            </a:custGeom>
            <a:noFill/>
            <a:ln w="816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166" name="Group 6165">
            <a:extLst>
              <a:ext uri="{FF2B5EF4-FFF2-40B4-BE49-F238E27FC236}">
                <a16:creationId xmlns:a16="http://schemas.microsoft.com/office/drawing/2014/main" id="{B3A53DFF-96B8-52B7-28F1-5189049217BF}"/>
              </a:ext>
            </a:extLst>
          </p:cNvPr>
          <p:cNvGrpSpPr/>
          <p:nvPr/>
        </p:nvGrpSpPr>
        <p:grpSpPr>
          <a:xfrm>
            <a:off x="7784886" y="5347236"/>
            <a:ext cx="391885" cy="391885"/>
            <a:chOff x="4350209" y="5018315"/>
            <a:chExt cx="391885" cy="391885"/>
          </a:xfrm>
        </p:grpSpPr>
        <p:sp>
          <p:nvSpPr>
            <p:cNvPr id="17" name="Rounded Rectangle 7">
              <a:extLst>
                <a:ext uri="{FF2B5EF4-FFF2-40B4-BE49-F238E27FC236}">
                  <a16:creationId xmlns:a16="http://schemas.microsoft.com/office/drawing/2014/main" id="{66D5AC43-7FCB-5C98-A30E-40A72568A345}"/>
                </a:ext>
              </a:extLst>
            </p:cNvPr>
            <p:cNvSpPr/>
            <p:nvPr/>
          </p:nvSpPr>
          <p:spPr>
            <a:xfrm>
              <a:off x="4350209" y="5018315"/>
              <a:ext cx="391885" cy="391885"/>
            </a:xfrm>
            <a:custGeom>
              <a:avLst/>
              <a:gdLst/>
              <a:ahLst/>
              <a:cxnLst/>
              <a:rect l="0" t="0" r="0" b="0"/>
              <a:pathLst>
                <a:path w="391885" h="391885">
                  <a:moveTo>
                    <a:pt x="0" y="195942"/>
                  </a:moveTo>
                  <a:cubicBezTo>
                    <a:pt x="0" y="304157"/>
                    <a:pt x="87727" y="391885"/>
                    <a:pt x="195942" y="391885"/>
                  </a:cubicBezTo>
                  <a:cubicBezTo>
                    <a:pt x="304157" y="391885"/>
                    <a:pt x="391885" y="304157"/>
                    <a:pt x="391885" y="195942"/>
                  </a:cubicBezTo>
                  <a:cubicBezTo>
                    <a:pt x="391885" y="87727"/>
                    <a:pt x="304157" y="0"/>
                    <a:pt x="195942" y="0"/>
                  </a:cubicBezTo>
                  <a:cubicBezTo>
                    <a:pt x="87727" y="0"/>
                    <a:pt x="0" y="87727"/>
                    <a:pt x="0" y="195942"/>
                  </a:cubicBezTo>
                </a:path>
              </a:pathLst>
            </a:custGeom>
            <a:solidFill>
              <a:srgbClr val="DE843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53" name="Rounded Rectangle 49">
              <a:extLst>
                <a:ext uri="{FF2B5EF4-FFF2-40B4-BE49-F238E27FC236}">
                  <a16:creationId xmlns:a16="http://schemas.microsoft.com/office/drawing/2014/main" id="{07FA73F5-ED6D-5358-4FD5-C92ABC1C3748}"/>
                </a:ext>
              </a:extLst>
            </p:cNvPr>
            <p:cNvSpPr/>
            <p:nvPr/>
          </p:nvSpPr>
          <p:spPr>
            <a:xfrm>
              <a:off x="4420966" y="5089058"/>
              <a:ext cx="255928" cy="250396"/>
            </a:xfrm>
            <a:custGeom>
              <a:avLst/>
              <a:gdLst/>
              <a:ahLst/>
              <a:cxnLst/>
              <a:rect l="0" t="0" r="0" b="0"/>
              <a:pathLst>
                <a:path w="255928" h="250396">
                  <a:moveTo>
                    <a:pt x="184327" y="14"/>
                  </a:moveTo>
                  <a:cubicBezTo>
                    <a:pt x="166962" y="72"/>
                    <a:pt x="150346" y="7096"/>
                    <a:pt x="138205" y="19511"/>
                  </a:cubicBezTo>
                  <a:cubicBezTo>
                    <a:pt x="126064" y="31927"/>
                    <a:pt x="119413" y="48695"/>
                    <a:pt x="119742" y="66057"/>
                  </a:cubicBezTo>
                  <a:cubicBezTo>
                    <a:pt x="119253" y="78212"/>
                    <a:pt x="122199" y="90259"/>
                    <a:pt x="128244" y="100815"/>
                  </a:cubicBezTo>
                  <a:lnTo>
                    <a:pt x="108857" y="141528"/>
                  </a:lnTo>
                  <a:lnTo>
                    <a:pt x="149580" y="122130"/>
                  </a:lnTo>
                  <a:cubicBezTo>
                    <a:pt x="173385" y="136887"/>
                    <a:pt x="203911" y="135015"/>
                    <a:pt x="225735" y="117460"/>
                  </a:cubicBezTo>
                  <a:cubicBezTo>
                    <a:pt x="247558" y="99906"/>
                    <a:pt x="255928" y="70490"/>
                    <a:pt x="246616" y="44076"/>
                  </a:cubicBezTo>
                  <a:cubicBezTo>
                    <a:pt x="237303" y="17661"/>
                    <a:pt x="212335" y="0"/>
                    <a:pt x="184327" y="14"/>
                  </a:cubicBezTo>
                  <a:close/>
                  <a:moveTo>
                    <a:pt x="185057" y="87099"/>
                  </a:moveTo>
                  <a:cubicBezTo>
                    <a:pt x="186560" y="87099"/>
                    <a:pt x="187778" y="88318"/>
                    <a:pt x="187778" y="89821"/>
                  </a:cubicBezTo>
                  <a:cubicBezTo>
                    <a:pt x="187778" y="91324"/>
                    <a:pt x="186560" y="92542"/>
                    <a:pt x="185057" y="92542"/>
                  </a:cubicBezTo>
                  <a:cubicBezTo>
                    <a:pt x="183554" y="92542"/>
                    <a:pt x="182335" y="91324"/>
                    <a:pt x="182335" y="89821"/>
                  </a:cubicBezTo>
                  <a:cubicBezTo>
                    <a:pt x="182335" y="88318"/>
                    <a:pt x="183554" y="87099"/>
                    <a:pt x="185057" y="87099"/>
                  </a:cubicBezTo>
                  <a:moveTo>
                    <a:pt x="185057" y="38124"/>
                  </a:moveTo>
                  <a:lnTo>
                    <a:pt x="185057" y="70782"/>
                  </a:lnTo>
                  <a:moveTo>
                    <a:pt x="174171" y="152424"/>
                  </a:moveTo>
                  <a:lnTo>
                    <a:pt x="174171" y="250396"/>
                  </a:lnTo>
                  <a:moveTo>
                    <a:pt x="0" y="250385"/>
                  </a:moveTo>
                  <a:lnTo>
                    <a:pt x="0" y="54442"/>
                  </a:lnTo>
                  <a:cubicBezTo>
                    <a:pt x="0" y="42418"/>
                    <a:pt x="9747" y="32671"/>
                    <a:pt x="21771" y="32671"/>
                  </a:cubicBezTo>
                  <a:lnTo>
                    <a:pt x="103414" y="32671"/>
                  </a:lnTo>
                  <a:moveTo>
                    <a:pt x="97971" y="76224"/>
                  </a:moveTo>
                  <a:lnTo>
                    <a:pt x="0" y="76224"/>
                  </a:lnTo>
                  <a:moveTo>
                    <a:pt x="57150" y="176917"/>
                  </a:moveTo>
                  <a:cubicBezTo>
                    <a:pt x="57150" y="190444"/>
                    <a:pt x="68115" y="201410"/>
                    <a:pt x="81642" y="201410"/>
                  </a:cubicBezTo>
                  <a:cubicBezTo>
                    <a:pt x="95169" y="201410"/>
                    <a:pt x="106135" y="190444"/>
                    <a:pt x="106135" y="176917"/>
                  </a:cubicBezTo>
                  <a:cubicBezTo>
                    <a:pt x="106135" y="163390"/>
                    <a:pt x="95169" y="152424"/>
                    <a:pt x="81642" y="152424"/>
                  </a:cubicBezTo>
                  <a:cubicBezTo>
                    <a:pt x="68115" y="152424"/>
                    <a:pt x="57150" y="163390"/>
                    <a:pt x="57150" y="176917"/>
                  </a:cubicBezTo>
                  <a:close/>
                  <a:moveTo>
                    <a:pt x="130628" y="250385"/>
                  </a:moveTo>
                  <a:cubicBezTo>
                    <a:pt x="124918" y="227993"/>
                    <a:pt x="104751" y="212323"/>
                    <a:pt x="81642" y="212323"/>
                  </a:cubicBezTo>
                  <a:cubicBezTo>
                    <a:pt x="58534" y="212323"/>
                    <a:pt x="38367" y="227993"/>
                    <a:pt x="32657" y="250385"/>
                  </a:cubicBezTo>
                  <a:moveTo>
                    <a:pt x="97971" y="54453"/>
                  </a:moveTo>
                  <a:lnTo>
                    <a:pt x="70757" y="54453"/>
                  </a:lnTo>
                </a:path>
              </a:pathLst>
            </a:custGeom>
            <a:noFill/>
            <a:ln w="816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167" name="Group 6166">
            <a:extLst>
              <a:ext uri="{FF2B5EF4-FFF2-40B4-BE49-F238E27FC236}">
                <a16:creationId xmlns:a16="http://schemas.microsoft.com/office/drawing/2014/main" id="{C943039B-F6AC-1705-4856-FA963A4180C8}"/>
              </a:ext>
            </a:extLst>
          </p:cNvPr>
          <p:cNvGrpSpPr/>
          <p:nvPr/>
        </p:nvGrpSpPr>
        <p:grpSpPr>
          <a:xfrm>
            <a:off x="8423663" y="6018142"/>
            <a:ext cx="391885" cy="391885"/>
            <a:chOff x="4350209" y="5540829"/>
            <a:chExt cx="391885" cy="391885"/>
          </a:xfrm>
        </p:grpSpPr>
        <p:sp>
          <p:nvSpPr>
            <p:cNvPr id="15" name="Rounded Rectangle 5">
              <a:extLst>
                <a:ext uri="{FF2B5EF4-FFF2-40B4-BE49-F238E27FC236}">
                  <a16:creationId xmlns:a16="http://schemas.microsoft.com/office/drawing/2014/main" id="{410B8114-3251-30E5-2C0D-F631B4980098}"/>
                </a:ext>
              </a:extLst>
            </p:cNvPr>
            <p:cNvSpPr/>
            <p:nvPr/>
          </p:nvSpPr>
          <p:spPr>
            <a:xfrm>
              <a:off x="4350209" y="5540829"/>
              <a:ext cx="391885" cy="391885"/>
            </a:xfrm>
            <a:custGeom>
              <a:avLst/>
              <a:gdLst/>
              <a:ahLst/>
              <a:cxnLst/>
              <a:rect l="0" t="0" r="0" b="0"/>
              <a:pathLst>
                <a:path w="391885" h="391885">
                  <a:moveTo>
                    <a:pt x="0" y="195942"/>
                  </a:moveTo>
                  <a:cubicBezTo>
                    <a:pt x="0" y="304157"/>
                    <a:pt x="87727" y="391885"/>
                    <a:pt x="195942" y="391885"/>
                  </a:cubicBezTo>
                  <a:cubicBezTo>
                    <a:pt x="304157" y="391885"/>
                    <a:pt x="391885" y="304157"/>
                    <a:pt x="391885" y="195942"/>
                  </a:cubicBezTo>
                  <a:cubicBezTo>
                    <a:pt x="391885" y="87727"/>
                    <a:pt x="304157" y="0"/>
                    <a:pt x="195942" y="0"/>
                  </a:cubicBezTo>
                  <a:cubicBezTo>
                    <a:pt x="87727" y="0"/>
                    <a:pt x="0" y="87727"/>
                    <a:pt x="0" y="195942"/>
                  </a:cubicBezTo>
                </a:path>
              </a:pathLst>
            </a:custGeom>
            <a:solidFill>
              <a:srgbClr val="E0CB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ounded Rectangle 6">
              <a:extLst>
                <a:ext uri="{FF2B5EF4-FFF2-40B4-BE49-F238E27FC236}">
                  <a16:creationId xmlns:a16="http://schemas.microsoft.com/office/drawing/2014/main" id="{77B6FC0E-AA0F-849A-98D8-948A5C9CED40}"/>
                </a:ext>
              </a:extLst>
            </p:cNvPr>
            <p:cNvSpPr/>
            <p:nvPr/>
          </p:nvSpPr>
          <p:spPr>
            <a:xfrm>
              <a:off x="4350209" y="5540829"/>
              <a:ext cx="391885" cy="391885"/>
            </a:xfrm>
            <a:custGeom>
              <a:avLst/>
              <a:gdLst/>
              <a:ahLst/>
              <a:cxnLst/>
              <a:rect l="0" t="0" r="0" b="0"/>
              <a:pathLst>
                <a:path w="391885" h="391885">
                  <a:moveTo>
                    <a:pt x="0" y="195942"/>
                  </a:moveTo>
                  <a:cubicBezTo>
                    <a:pt x="0" y="304159"/>
                    <a:pt x="87726" y="391885"/>
                    <a:pt x="195942" y="391885"/>
                  </a:cubicBezTo>
                  <a:cubicBezTo>
                    <a:pt x="304159" y="391885"/>
                    <a:pt x="391885" y="304159"/>
                    <a:pt x="391885" y="195942"/>
                  </a:cubicBezTo>
                  <a:cubicBezTo>
                    <a:pt x="391885" y="87726"/>
                    <a:pt x="304159" y="0"/>
                    <a:pt x="195942" y="0"/>
                  </a:cubicBezTo>
                  <a:cubicBezTo>
                    <a:pt x="87726" y="0"/>
                    <a:pt x="0" y="87726"/>
                    <a:pt x="0" y="195942"/>
                  </a:cubicBezTo>
                  <a:close/>
                </a:path>
              </a:pathLst>
            </a:custGeom>
            <a:noFill/>
            <a:ln w="816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54" name="Rounded Rectangle 50">
              <a:extLst>
                <a:ext uri="{FF2B5EF4-FFF2-40B4-BE49-F238E27FC236}">
                  <a16:creationId xmlns:a16="http://schemas.microsoft.com/office/drawing/2014/main" id="{F83AADA2-2411-0D52-540F-832C1AA3B39B}"/>
                </a:ext>
              </a:extLst>
            </p:cNvPr>
            <p:cNvSpPr/>
            <p:nvPr/>
          </p:nvSpPr>
          <p:spPr>
            <a:xfrm>
              <a:off x="4422283" y="5611858"/>
              <a:ext cx="247737" cy="249827"/>
            </a:xfrm>
            <a:custGeom>
              <a:avLst/>
              <a:gdLst/>
              <a:ahLst/>
              <a:cxnLst/>
              <a:rect l="0" t="0" r="0" b="0"/>
              <a:pathLst>
                <a:path w="247737" h="249827">
                  <a:moveTo>
                    <a:pt x="121103" y="200841"/>
                  </a:moveTo>
                  <a:lnTo>
                    <a:pt x="99332" y="200841"/>
                  </a:lnTo>
                  <a:cubicBezTo>
                    <a:pt x="81296" y="200841"/>
                    <a:pt x="66675" y="186220"/>
                    <a:pt x="66675" y="168184"/>
                  </a:cubicBezTo>
                  <a:lnTo>
                    <a:pt x="66675" y="140970"/>
                  </a:lnTo>
                  <a:moveTo>
                    <a:pt x="44903" y="157298"/>
                  </a:moveTo>
                  <a:lnTo>
                    <a:pt x="66675" y="135527"/>
                  </a:lnTo>
                  <a:lnTo>
                    <a:pt x="88446" y="157298"/>
                  </a:lnTo>
                  <a:moveTo>
                    <a:pt x="182422" y="119198"/>
                  </a:moveTo>
                  <a:lnTo>
                    <a:pt x="236851" y="119198"/>
                  </a:lnTo>
                  <a:cubicBezTo>
                    <a:pt x="236851" y="119198"/>
                    <a:pt x="247737" y="119198"/>
                    <a:pt x="247737" y="130084"/>
                  </a:cubicBezTo>
                  <a:lnTo>
                    <a:pt x="247737" y="238941"/>
                  </a:lnTo>
                  <a:cubicBezTo>
                    <a:pt x="247737" y="238941"/>
                    <a:pt x="247737" y="249827"/>
                    <a:pt x="236851" y="249827"/>
                  </a:cubicBezTo>
                  <a:lnTo>
                    <a:pt x="182422" y="249827"/>
                  </a:lnTo>
                  <a:cubicBezTo>
                    <a:pt x="182422" y="249827"/>
                    <a:pt x="171537" y="249827"/>
                    <a:pt x="171537" y="238941"/>
                  </a:cubicBezTo>
                  <a:lnTo>
                    <a:pt x="171537" y="130084"/>
                  </a:lnTo>
                  <a:cubicBezTo>
                    <a:pt x="171537" y="130084"/>
                    <a:pt x="171537" y="119198"/>
                    <a:pt x="182422" y="119198"/>
                  </a:cubicBezTo>
                  <a:moveTo>
                    <a:pt x="171537" y="217170"/>
                  </a:moveTo>
                  <a:lnTo>
                    <a:pt x="247737" y="217170"/>
                  </a:lnTo>
                  <a:moveTo>
                    <a:pt x="130628" y="10885"/>
                  </a:moveTo>
                  <a:lnTo>
                    <a:pt x="130628" y="87085"/>
                  </a:lnTo>
                  <a:cubicBezTo>
                    <a:pt x="130628" y="87085"/>
                    <a:pt x="130628" y="97971"/>
                    <a:pt x="119742" y="97971"/>
                  </a:cubicBezTo>
                  <a:lnTo>
                    <a:pt x="10885" y="97971"/>
                  </a:lnTo>
                  <a:cubicBezTo>
                    <a:pt x="10885" y="97971"/>
                    <a:pt x="0" y="97971"/>
                    <a:pt x="0" y="87085"/>
                  </a:cubicBezTo>
                  <a:lnTo>
                    <a:pt x="0" y="10885"/>
                  </a:lnTo>
                  <a:cubicBezTo>
                    <a:pt x="0" y="10885"/>
                    <a:pt x="0" y="0"/>
                    <a:pt x="10885" y="0"/>
                  </a:cubicBezTo>
                  <a:lnTo>
                    <a:pt x="119742" y="0"/>
                  </a:lnTo>
                  <a:cubicBezTo>
                    <a:pt x="119742" y="0"/>
                    <a:pt x="130628" y="0"/>
                    <a:pt x="130628" y="10885"/>
                  </a:cubicBezTo>
                  <a:moveTo>
                    <a:pt x="0" y="32657"/>
                  </a:moveTo>
                  <a:lnTo>
                    <a:pt x="130628" y="32657"/>
                  </a:lnTo>
                  <a:moveTo>
                    <a:pt x="92528" y="70757"/>
                  </a:moveTo>
                  <a:lnTo>
                    <a:pt x="108857" y="70757"/>
                  </a:lnTo>
                </a:path>
              </a:pathLst>
            </a:custGeom>
            <a:noFill/>
            <a:ln w="816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89571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70C01-2CD8-A1B8-07AD-3355ADCDF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8FF0E26-FECA-B682-850D-D53B49671F68}"/>
              </a:ext>
            </a:extLst>
          </p:cNvPr>
          <p:cNvSpPr/>
          <p:nvPr/>
        </p:nvSpPr>
        <p:spPr>
          <a:xfrm>
            <a:off x="0" y="1207893"/>
            <a:ext cx="2895600" cy="830740"/>
          </a:xfrm>
          <a:prstGeom prst="rect">
            <a:avLst/>
          </a:prstGeom>
          <a:solidFill>
            <a:srgbClr val="4F8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5661D65-53E0-9478-083A-84E1A3EA7FD9}"/>
              </a:ext>
            </a:extLst>
          </p:cNvPr>
          <p:cNvSpPr/>
          <p:nvPr/>
        </p:nvSpPr>
        <p:spPr>
          <a:xfrm>
            <a:off x="0" y="133350"/>
            <a:ext cx="171450" cy="51435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Rectangle 36">
            <a:extLst>
              <a:ext uri="{FF2B5EF4-FFF2-40B4-BE49-F238E27FC236}">
                <a16:creationId xmlns:a16="http://schemas.microsoft.com/office/drawing/2014/main" id="{202BCF33-E818-9CC0-9033-2EB8715E6389}"/>
              </a:ext>
            </a:extLst>
          </p:cNvPr>
          <p:cNvSpPr/>
          <p:nvPr/>
        </p:nvSpPr>
        <p:spPr bwMode="auto">
          <a:xfrm>
            <a:off x="208583" y="1471763"/>
            <a:ext cx="2478434" cy="302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>
            <a:normAutofit/>
          </a:bodyPr>
          <a:lstStyle/>
          <a:p>
            <a:pPr algn="ctr" defTabSz="96774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Noto Sans"/>
                <a:ea typeface="Noto Sans"/>
                <a:cs typeface="Bebas Neue" charset="0"/>
                <a:sym typeface="Bebas Neue" charset="0"/>
              </a:rPr>
              <a:t>Use case admin</a:t>
            </a:r>
            <a:endParaRPr lang="en-US" b="1" dirty="0">
              <a:latin typeface="微软雅黑" panose="020B0503020204020204" charset="-122"/>
              <a:ea typeface="微软雅黑"/>
              <a:cs typeface="Bebas Neue" charset="0"/>
              <a:sym typeface="Bebas Neue" charset="0"/>
            </a:endParaRPr>
          </a:p>
        </p:txBody>
      </p:sp>
      <p:sp>
        <p:nvSpPr>
          <p:cNvPr id="19" name="Rectangle 45">
            <a:extLst>
              <a:ext uri="{FF2B5EF4-FFF2-40B4-BE49-F238E27FC236}">
                <a16:creationId xmlns:a16="http://schemas.microsoft.com/office/drawing/2014/main" id="{864F23FA-885A-A191-89AF-B09416F1D7A7}"/>
              </a:ext>
            </a:extLst>
          </p:cNvPr>
          <p:cNvSpPr/>
          <p:nvPr/>
        </p:nvSpPr>
        <p:spPr bwMode="auto">
          <a:xfrm>
            <a:off x="358946" y="333423"/>
            <a:ext cx="4318562" cy="314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>
            <a:normAutofit lnSpcReduction="10000"/>
          </a:bodyPr>
          <a:lstStyle/>
          <a:p>
            <a:pPr defTabSz="96774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1F497D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Bebas Neue" charset="0"/>
              </a:rPr>
              <a:t>PHÂN TÍCH THIẾT KẾ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1181E8-24B0-13FE-F93B-027350987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221" y="133350"/>
            <a:ext cx="7713833" cy="642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59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C8C5F-9129-F000-C8B3-70B346911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89E648F-FE0D-6308-65C0-3DAFD41C3B2D}"/>
              </a:ext>
            </a:extLst>
          </p:cNvPr>
          <p:cNvSpPr/>
          <p:nvPr/>
        </p:nvSpPr>
        <p:spPr>
          <a:xfrm>
            <a:off x="0" y="1207893"/>
            <a:ext cx="2895600" cy="830740"/>
          </a:xfrm>
          <a:prstGeom prst="rect">
            <a:avLst/>
          </a:prstGeom>
          <a:solidFill>
            <a:srgbClr val="4F8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Group 35">
            <a:extLst>
              <a:ext uri="{FF2B5EF4-FFF2-40B4-BE49-F238E27FC236}">
                <a16:creationId xmlns:a16="http://schemas.microsoft.com/office/drawing/2014/main" id="{0EEA809D-818A-2ADE-B4AB-ED69A7588EC9}"/>
              </a:ext>
            </a:extLst>
          </p:cNvPr>
          <p:cNvGrpSpPr/>
          <p:nvPr/>
        </p:nvGrpSpPr>
        <p:grpSpPr>
          <a:xfrm>
            <a:off x="476899" y="2781751"/>
            <a:ext cx="4964812" cy="1626041"/>
            <a:chOff x="1469" y="16"/>
            <a:chExt cx="5000" cy="1025"/>
          </a:xfrm>
        </p:grpSpPr>
        <p:sp>
          <p:nvSpPr>
            <p:cNvPr id="8" name="Rectangle 36">
              <a:extLst>
                <a:ext uri="{FF2B5EF4-FFF2-40B4-BE49-F238E27FC236}">
                  <a16:creationId xmlns:a16="http://schemas.microsoft.com/office/drawing/2014/main" id="{642022F2-2BC4-E941-1BA4-36143C0EB71E}"/>
                </a:ext>
              </a:extLst>
            </p:cNvPr>
            <p:cNvSpPr/>
            <p:nvPr/>
          </p:nvSpPr>
          <p:spPr bwMode="auto">
            <a:xfrm>
              <a:off x="1469" y="16"/>
              <a:ext cx="3159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>
              <a:normAutofit/>
            </a:bodyPr>
            <a:lstStyle/>
            <a:p>
              <a:pPr defTabSz="96774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 err="1">
                  <a:solidFill>
                    <a:schemeClr val="bg1">
                      <a:lumMod val="75000"/>
                      <a:lumOff val="25000"/>
                    </a:schemeClr>
                  </a:solidFill>
                  <a:latin typeface="Noto Sans"/>
                  <a:ea typeface="Noto Sans"/>
                  <a:cs typeface="Bebas Neue" charset="0"/>
                  <a:sym typeface="Bebas Neue" charset="0"/>
                </a:rPr>
                <a:t>Tác</a:t>
              </a:r>
              <a:r>
                <a:rPr lang="en-US" sz="2400" b="1" dirty="0">
                  <a:solidFill>
                    <a:schemeClr val="bg1">
                      <a:lumMod val="75000"/>
                      <a:lumOff val="25000"/>
                    </a:schemeClr>
                  </a:solidFill>
                  <a:latin typeface="Noto Sans"/>
                  <a:ea typeface="Noto Sans"/>
                  <a:cs typeface="Bebas Neue" charset="0"/>
                  <a:sym typeface="Bebas Neue" charset="0"/>
                </a:rPr>
                <a:t> </a:t>
              </a:r>
              <a:r>
                <a:rPr lang="en-US" sz="2400" b="1" dirty="0" err="1">
                  <a:solidFill>
                    <a:schemeClr val="bg1">
                      <a:lumMod val="75000"/>
                      <a:lumOff val="25000"/>
                    </a:schemeClr>
                  </a:solidFill>
                  <a:latin typeface="Noto Sans"/>
                  <a:ea typeface="Noto Sans"/>
                  <a:cs typeface="Bebas Neue" charset="0"/>
                  <a:sym typeface="Bebas Neue" charset="0"/>
                </a:rPr>
                <a:t>nhân</a:t>
              </a:r>
              <a:endParaRPr lang="en-US" sz="24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/>
                <a:cs typeface="Bebas Neue" charset="0"/>
                <a:sym typeface="Bebas Neue" charset="0"/>
              </a:endParaRPr>
            </a:p>
          </p:txBody>
        </p:sp>
        <p:sp>
          <p:nvSpPr>
            <p:cNvPr id="9" name="Rectangle 37">
              <a:extLst>
                <a:ext uri="{FF2B5EF4-FFF2-40B4-BE49-F238E27FC236}">
                  <a16:creationId xmlns:a16="http://schemas.microsoft.com/office/drawing/2014/main" id="{88740C5E-4666-D556-856C-749CC5B26B60}"/>
                </a:ext>
              </a:extLst>
            </p:cNvPr>
            <p:cNvSpPr/>
            <p:nvPr/>
          </p:nvSpPr>
          <p:spPr bwMode="auto">
            <a:xfrm>
              <a:off x="1469" y="207"/>
              <a:ext cx="5000" cy="8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>
              <a:noAutofit/>
            </a:bodyPr>
            <a:lstStyle/>
            <a:p>
              <a:pPr defTabSz="967740" fontAlgn="base">
                <a:lnSpc>
                  <a:spcPct val="16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vi-VN" sz="2000" dirty="0">
                  <a:solidFill>
                    <a:schemeClr val="bg1">
                      <a:lumMod val="85000"/>
                      <a:lumOff val="15000"/>
                    </a:schemeClr>
                  </a:solidFill>
                  <a:latin typeface="Noto Sans"/>
                  <a:ea typeface="Noto Sans"/>
                  <a:sym typeface="Gill Sans" charset="0"/>
                </a:rPr>
                <a:t>admin</a:t>
              </a:r>
              <a:endParaRPr lang="vi-VN" altLang="vi-VN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Noto Sans"/>
                <a:ea typeface="Noto Sans"/>
                <a:sym typeface="Gill Sans" charset="0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95ABF6CA-8ADE-6A41-AFE9-92A5C373EDFB}"/>
              </a:ext>
            </a:extLst>
          </p:cNvPr>
          <p:cNvSpPr/>
          <p:nvPr/>
        </p:nvSpPr>
        <p:spPr>
          <a:xfrm>
            <a:off x="0" y="133350"/>
            <a:ext cx="171450" cy="51435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Rectangle 36">
            <a:extLst>
              <a:ext uri="{FF2B5EF4-FFF2-40B4-BE49-F238E27FC236}">
                <a16:creationId xmlns:a16="http://schemas.microsoft.com/office/drawing/2014/main" id="{7AF3C654-B3A3-95DB-E019-76845386620C}"/>
              </a:ext>
            </a:extLst>
          </p:cNvPr>
          <p:cNvSpPr/>
          <p:nvPr/>
        </p:nvSpPr>
        <p:spPr bwMode="auto">
          <a:xfrm>
            <a:off x="0" y="1344698"/>
            <a:ext cx="2895600" cy="557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>
            <a:normAutofit/>
          </a:bodyPr>
          <a:lstStyle/>
          <a:p>
            <a:pPr algn="ctr" defTabSz="967740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 err="1">
                <a:latin typeface="Noto Sans"/>
                <a:ea typeface="Noto Sans"/>
                <a:cs typeface="Bebas Neue" charset="0"/>
                <a:sym typeface="Bebas Neue" charset="0"/>
              </a:rPr>
              <a:t>Chức</a:t>
            </a:r>
            <a:r>
              <a:rPr lang="en-US" b="1" dirty="0">
                <a:latin typeface="Noto Sans"/>
                <a:ea typeface="Noto Sans"/>
                <a:cs typeface="Bebas Neue" charset="0"/>
                <a:sym typeface="Bebas Neue" charset="0"/>
              </a:rPr>
              <a:t> </a:t>
            </a:r>
            <a:r>
              <a:rPr lang="en-US" b="1" dirty="0" err="1">
                <a:latin typeface="Noto Sans"/>
                <a:ea typeface="Noto Sans"/>
                <a:cs typeface="Bebas Neue" charset="0"/>
                <a:sym typeface="Bebas Neue" charset="0"/>
              </a:rPr>
              <a:t>năng</a:t>
            </a:r>
            <a:r>
              <a:rPr lang="en-US" b="1" dirty="0">
                <a:latin typeface="Noto Sans"/>
                <a:ea typeface="Noto Sans"/>
                <a:cs typeface="Bebas Neue" charset="0"/>
                <a:sym typeface="Bebas Neue" charset="0"/>
              </a:rPr>
              <a:t> </a:t>
            </a:r>
          </a:p>
          <a:p>
            <a:pPr algn="ctr" defTabSz="967740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 err="1">
                <a:latin typeface="Noto Sans"/>
                <a:ea typeface="Noto Sans"/>
                <a:cs typeface="Bebas Neue" charset="0"/>
                <a:sym typeface="Bebas Neue" charset="0"/>
              </a:rPr>
              <a:t>thêm</a:t>
            </a:r>
            <a:r>
              <a:rPr lang="en-US" b="1" dirty="0">
                <a:latin typeface="Noto Sans"/>
                <a:ea typeface="Noto Sans"/>
                <a:cs typeface="Bebas Neue" charset="0"/>
                <a:sym typeface="Bebas Neue" charset="0"/>
              </a:rPr>
              <a:t> </a:t>
            </a:r>
            <a:r>
              <a:rPr lang="en-US" b="1" dirty="0" err="1">
                <a:latin typeface="Noto Sans"/>
                <a:ea typeface="Noto Sans"/>
                <a:cs typeface="Bebas Neue" charset="0"/>
                <a:sym typeface="Bebas Neue" charset="0"/>
              </a:rPr>
              <a:t>sản</a:t>
            </a:r>
            <a:r>
              <a:rPr lang="en-US" b="1" dirty="0">
                <a:latin typeface="Noto Sans"/>
                <a:ea typeface="Noto Sans"/>
                <a:cs typeface="Bebas Neue" charset="0"/>
                <a:sym typeface="Bebas Neue" charset="0"/>
              </a:rPr>
              <a:t> </a:t>
            </a:r>
            <a:r>
              <a:rPr lang="en-US" b="1" dirty="0" err="1">
                <a:latin typeface="Noto Sans"/>
                <a:ea typeface="Noto Sans"/>
                <a:cs typeface="Bebas Neue" charset="0"/>
                <a:sym typeface="Bebas Neue" charset="0"/>
              </a:rPr>
              <a:t>phẩm</a:t>
            </a:r>
            <a:endParaRPr lang="en-US" b="1" dirty="0">
              <a:latin typeface="微软雅黑" panose="020B0503020204020204" charset="-122"/>
              <a:ea typeface="微软雅黑"/>
              <a:cs typeface="Bebas Neue" charset="0"/>
              <a:sym typeface="Bebas Neue" charset="0"/>
            </a:endParaRPr>
          </a:p>
        </p:txBody>
      </p:sp>
      <p:sp>
        <p:nvSpPr>
          <p:cNvPr id="15" name="Rectangle 36">
            <a:extLst>
              <a:ext uri="{FF2B5EF4-FFF2-40B4-BE49-F238E27FC236}">
                <a16:creationId xmlns:a16="http://schemas.microsoft.com/office/drawing/2014/main" id="{BC118517-022C-6915-BF5C-9A073A77DE6E}"/>
              </a:ext>
            </a:extLst>
          </p:cNvPr>
          <p:cNvSpPr/>
          <p:nvPr/>
        </p:nvSpPr>
        <p:spPr bwMode="auto">
          <a:xfrm>
            <a:off x="4598148" y="5651735"/>
            <a:ext cx="2478434" cy="302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>
            <a:normAutofit/>
          </a:bodyPr>
          <a:lstStyle/>
          <a:p>
            <a:pPr algn="r" defTabSz="96774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vi-VN" altLang="vi-VN" b="1">
                <a:latin typeface="Noto Sans"/>
                <a:ea typeface="Noto Sans"/>
                <a:cs typeface="Bebas Neue" charset="0"/>
                <a:sym typeface="Bebas Neue" charset="0"/>
              </a:rPr>
              <a:t>Thêm tiêu đề</a:t>
            </a:r>
            <a:endParaRPr lang="en-US" b="1">
              <a:latin typeface="微软雅黑" panose="020B0503020204020204" charset="-122"/>
              <a:ea typeface="微软雅黑"/>
              <a:cs typeface="Bebas Neue" charset="0"/>
              <a:sym typeface="Bebas Neue" charset="0"/>
            </a:endParaRPr>
          </a:p>
        </p:txBody>
      </p:sp>
      <p:sp>
        <p:nvSpPr>
          <p:cNvPr id="19" name="Rectangle 45">
            <a:extLst>
              <a:ext uri="{FF2B5EF4-FFF2-40B4-BE49-F238E27FC236}">
                <a16:creationId xmlns:a16="http://schemas.microsoft.com/office/drawing/2014/main" id="{5C9F1ED9-A7F0-74DA-9ECB-BABB00491EA0}"/>
              </a:ext>
            </a:extLst>
          </p:cNvPr>
          <p:cNvSpPr/>
          <p:nvPr/>
        </p:nvSpPr>
        <p:spPr bwMode="auto">
          <a:xfrm>
            <a:off x="358946" y="333423"/>
            <a:ext cx="4318562" cy="314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>
            <a:normAutofit lnSpcReduction="10000"/>
          </a:bodyPr>
          <a:lstStyle/>
          <a:p>
            <a:pPr defTabSz="96774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1F497D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Bebas Neue" charset="0"/>
              </a:rPr>
              <a:t>PHÂN TÍCH THIẾT KẾ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DBCEC7-DCB7-A467-55F2-EF316043A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667" y="764653"/>
            <a:ext cx="5400675" cy="5705475"/>
          </a:xfrm>
          <a:prstGeom prst="rect">
            <a:avLst/>
          </a:prstGeom>
        </p:spPr>
      </p:pic>
      <p:grpSp>
        <p:nvGrpSpPr>
          <p:cNvPr id="11" name="Group 35">
            <a:extLst>
              <a:ext uri="{FF2B5EF4-FFF2-40B4-BE49-F238E27FC236}">
                <a16:creationId xmlns:a16="http://schemas.microsoft.com/office/drawing/2014/main" id="{A2A0BB50-8CCF-BEDC-5022-5C6D177B3CAC}"/>
              </a:ext>
            </a:extLst>
          </p:cNvPr>
          <p:cNvGrpSpPr/>
          <p:nvPr/>
        </p:nvGrpSpPr>
        <p:grpSpPr>
          <a:xfrm>
            <a:off x="476899" y="3939044"/>
            <a:ext cx="3391716" cy="2585533"/>
            <a:chOff x="1469" y="16"/>
            <a:chExt cx="5000" cy="1025"/>
          </a:xfrm>
        </p:grpSpPr>
        <p:sp>
          <p:nvSpPr>
            <p:cNvPr id="12" name="Rectangle 36">
              <a:extLst>
                <a:ext uri="{FF2B5EF4-FFF2-40B4-BE49-F238E27FC236}">
                  <a16:creationId xmlns:a16="http://schemas.microsoft.com/office/drawing/2014/main" id="{07FBE522-5A89-D983-6F89-3F25D73B31EF}"/>
                </a:ext>
              </a:extLst>
            </p:cNvPr>
            <p:cNvSpPr/>
            <p:nvPr/>
          </p:nvSpPr>
          <p:spPr bwMode="auto">
            <a:xfrm>
              <a:off x="1469" y="16"/>
              <a:ext cx="3159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>
              <a:normAutofit/>
            </a:bodyPr>
            <a:lstStyle/>
            <a:p>
              <a:pPr defTabSz="96774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 err="1">
                  <a:solidFill>
                    <a:schemeClr val="bg1">
                      <a:lumMod val="75000"/>
                      <a:lumOff val="25000"/>
                    </a:schemeClr>
                  </a:solidFill>
                  <a:latin typeface="Noto Sans"/>
                  <a:ea typeface="Noto Sans"/>
                  <a:cs typeface="Bebas Neue" charset="0"/>
                  <a:sym typeface="Bebas Neue" charset="0"/>
                </a:rPr>
                <a:t>Mục</a:t>
              </a:r>
              <a:r>
                <a:rPr lang="en-US" sz="2400" b="1" dirty="0">
                  <a:solidFill>
                    <a:schemeClr val="bg1">
                      <a:lumMod val="75000"/>
                      <a:lumOff val="25000"/>
                    </a:schemeClr>
                  </a:solidFill>
                  <a:latin typeface="Noto Sans"/>
                  <a:ea typeface="Noto Sans"/>
                  <a:cs typeface="Bebas Neue" charset="0"/>
                  <a:sym typeface="Bebas Neue" charset="0"/>
                </a:rPr>
                <a:t> </a:t>
              </a:r>
              <a:r>
                <a:rPr lang="en-US" sz="2400" b="1" dirty="0" err="1">
                  <a:solidFill>
                    <a:schemeClr val="bg1">
                      <a:lumMod val="75000"/>
                      <a:lumOff val="25000"/>
                    </a:schemeClr>
                  </a:solidFill>
                  <a:latin typeface="Noto Sans"/>
                  <a:ea typeface="Noto Sans"/>
                  <a:cs typeface="Bebas Neue" charset="0"/>
                  <a:sym typeface="Bebas Neue" charset="0"/>
                </a:rPr>
                <a:t>đích</a:t>
              </a:r>
              <a:endParaRPr lang="en-US" sz="24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/>
                <a:cs typeface="Bebas Neue" charset="0"/>
                <a:sym typeface="Bebas Neue" charset="0"/>
              </a:endParaRPr>
            </a:p>
          </p:txBody>
        </p:sp>
        <p:sp>
          <p:nvSpPr>
            <p:cNvPr id="13" name="Rectangle 37">
              <a:extLst>
                <a:ext uri="{FF2B5EF4-FFF2-40B4-BE49-F238E27FC236}">
                  <a16:creationId xmlns:a16="http://schemas.microsoft.com/office/drawing/2014/main" id="{893BC4CA-D62A-AC30-5304-3D041ECAB0B3}"/>
                </a:ext>
              </a:extLst>
            </p:cNvPr>
            <p:cNvSpPr/>
            <p:nvPr/>
          </p:nvSpPr>
          <p:spPr bwMode="auto">
            <a:xfrm>
              <a:off x="1469" y="207"/>
              <a:ext cx="5000" cy="8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>
              <a:noAutofit/>
            </a:bodyPr>
            <a:lstStyle/>
            <a:p>
              <a:pPr defTabSz="967740" fontAlgn="base">
                <a:lnSpc>
                  <a:spcPct val="16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vi-VN" sz="2000" dirty="0">
                  <a:solidFill>
                    <a:schemeClr val="bg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Cho phép người dùng thêm thông tin về sản phẩm mới vào hệ thống quản lý của </a:t>
              </a:r>
              <a:r>
                <a:rPr lang="en-US" sz="2000" dirty="0" err="1">
                  <a:solidFill>
                    <a:schemeClr val="bg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cửa</a:t>
              </a:r>
              <a:r>
                <a:rPr lang="en-US" sz="2000" dirty="0">
                  <a:solidFill>
                    <a:schemeClr val="bg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hàng</a:t>
              </a:r>
              <a:endParaRPr lang="vi-VN" altLang="vi-VN" sz="20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920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9BD55-428A-6E87-3523-F457D8FA1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17EA40C-8D05-194C-065A-941F1B1A17B0}"/>
              </a:ext>
            </a:extLst>
          </p:cNvPr>
          <p:cNvSpPr/>
          <p:nvPr/>
        </p:nvSpPr>
        <p:spPr>
          <a:xfrm>
            <a:off x="0" y="1207893"/>
            <a:ext cx="2895600" cy="830740"/>
          </a:xfrm>
          <a:prstGeom prst="rect">
            <a:avLst/>
          </a:prstGeom>
          <a:solidFill>
            <a:srgbClr val="4F8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Group 35">
            <a:extLst>
              <a:ext uri="{FF2B5EF4-FFF2-40B4-BE49-F238E27FC236}">
                <a16:creationId xmlns:a16="http://schemas.microsoft.com/office/drawing/2014/main" id="{D61F0467-7A72-0FF9-1CEB-49AC51AA27B2}"/>
              </a:ext>
            </a:extLst>
          </p:cNvPr>
          <p:cNvGrpSpPr/>
          <p:nvPr/>
        </p:nvGrpSpPr>
        <p:grpSpPr>
          <a:xfrm>
            <a:off x="476899" y="2781751"/>
            <a:ext cx="4964812" cy="1626041"/>
            <a:chOff x="1469" y="16"/>
            <a:chExt cx="5000" cy="1025"/>
          </a:xfrm>
        </p:grpSpPr>
        <p:sp>
          <p:nvSpPr>
            <p:cNvPr id="8" name="Rectangle 36">
              <a:extLst>
                <a:ext uri="{FF2B5EF4-FFF2-40B4-BE49-F238E27FC236}">
                  <a16:creationId xmlns:a16="http://schemas.microsoft.com/office/drawing/2014/main" id="{3F58A868-BC9B-0023-D30D-309A32A7B63E}"/>
                </a:ext>
              </a:extLst>
            </p:cNvPr>
            <p:cNvSpPr/>
            <p:nvPr/>
          </p:nvSpPr>
          <p:spPr bwMode="auto">
            <a:xfrm>
              <a:off x="1469" y="16"/>
              <a:ext cx="3159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>
              <a:normAutofit/>
            </a:bodyPr>
            <a:lstStyle/>
            <a:p>
              <a:pPr defTabSz="96774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 err="1">
                  <a:solidFill>
                    <a:schemeClr val="bg1">
                      <a:lumMod val="75000"/>
                      <a:lumOff val="25000"/>
                    </a:schemeClr>
                  </a:solidFill>
                  <a:latin typeface="Noto Sans"/>
                  <a:ea typeface="Noto Sans"/>
                  <a:cs typeface="Bebas Neue" charset="0"/>
                  <a:sym typeface="Bebas Neue" charset="0"/>
                </a:rPr>
                <a:t>Tác</a:t>
              </a:r>
              <a:r>
                <a:rPr lang="en-US" sz="2400" b="1" dirty="0">
                  <a:solidFill>
                    <a:schemeClr val="bg1">
                      <a:lumMod val="75000"/>
                      <a:lumOff val="25000"/>
                    </a:schemeClr>
                  </a:solidFill>
                  <a:latin typeface="Noto Sans"/>
                  <a:ea typeface="Noto Sans"/>
                  <a:cs typeface="Bebas Neue" charset="0"/>
                  <a:sym typeface="Bebas Neue" charset="0"/>
                </a:rPr>
                <a:t> </a:t>
              </a:r>
              <a:r>
                <a:rPr lang="en-US" sz="2400" b="1" dirty="0" err="1">
                  <a:solidFill>
                    <a:schemeClr val="bg1">
                      <a:lumMod val="75000"/>
                      <a:lumOff val="25000"/>
                    </a:schemeClr>
                  </a:solidFill>
                  <a:latin typeface="Noto Sans"/>
                  <a:ea typeface="Noto Sans"/>
                  <a:cs typeface="Bebas Neue" charset="0"/>
                  <a:sym typeface="Bebas Neue" charset="0"/>
                </a:rPr>
                <a:t>nhân</a:t>
              </a:r>
              <a:endParaRPr lang="en-US" sz="24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/>
                <a:cs typeface="Bebas Neue" charset="0"/>
                <a:sym typeface="Bebas Neue" charset="0"/>
              </a:endParaRPr>
            </a:p>
          </p:txBody>
        </p:sp>
        <p:sp>
          <p:nvSpPr>
            <p:cNvPr id="9" name="Rectangle 37">
              <a:extLst>
                <a:ext uri="{FF2B5EF4-FFF2-40B4-BE49-F238E27FC236}">
                  <a16:creationId xmlns:a16="http://schemas.microsoft.com/office/drawing/2014/main" id="{7AB84E8A-0107-6B18-8E03-B8C51DE66ABE}"/>
                </a:ext>
              </a:extLst>
            </p:cNvPr>
            <p:cNvSpPr/>
            <p:nvPr/>
          </p:nvSpPr>
          <p:spPr bwMode="auto">
            <a:xfrm>
              <a:off x="1469" y="207"/>
              <a:ext cx="5000" cy="8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>
              <a:noAutofit/>
            </a:bodyPr>
            <a:lstStyle/>
            <a:p>
              <a:pPr defTabSz="967740" fontAlgn="base">
                <a:lnSpc>
                  <a:spcPct val="16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vi-VN" sz="2000" dirty="0">
                  <a:solidFill>
                    <a:schemeClr val="bg1">
                      <a:lumMod val="85000"/>
                      <a:lumOff val="15000"/>
                    </a:schemeClr>
                  </a:solidFill>
                  <a:latin typeface="Noto Sans"/>
                  <a:ea typeface="Noto Sans"/>
                  <a:sym typeface="Gill Sans" charset="0"/>
                </a:rPr>
                <a:t>Quản </a:t>
              </a:r>
              <a:r>
                <a:rPr lang="en-US" altLang="vi-VN" sz="2000" dirty="0" err="1">
                  <a:solidFill>
                    <a:schemeClr val="bg1">
                      <a:lumMod val="85000"/>
                      <a:lumOff val="15000"/>
                    </a:schemeClr>
                  </a:solidFill>
                  <a:latin typeface="Noto Sans"/>
                  <a:ea typeface="Noto Sans"/>
                  <a:sym typeface="Gill Sans" charset="0"/>
                </a:rPr>
                <a:t>lý</a:t>
              </a:r>
              <a:endParaRPr lang="vi-VN" altLang="vi-VN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Noto Sans"/>
                <a:ea typeface="Noto Sans"/>
                <a:sym typeface="Gill Sans" charset="0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12A68FC1-2085-1B41-3E0A-B10990636208}"/>
              </a:ext>
            </a:extLst>
          </p:cNvPr>
          <p:cNvSpPr/>
          <p:nvPr/>
        </p:nvSpPr>
        <p:spPr>
          <a:xfrm>
            <a:off x="0" y="133350"/>
            <a:ext cx="171450" cy="51435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Rectangle 36">
            <a:extLst>
              <a:ext uri="{FF2B5EF4-FFF2-40B4-BE49-F238E27FC236}">
                <a16:creationId xmlns:a16="http://schemas.microsoft.com/office/drawing/2014/main" id="{66FF49FB-AD24-5A6E-CAEF-7C682FB245E5}"/>
              </a:ext>
            </a:extLst>
          </p:cNvPr>
          <p:cNvSpPr/>
          <p:nvPr/>
        </p:nvSpPr>
        <p:spPr bwMode="auto">
          <a:xfrm>
            <a:off x="0" y="1344698"/>
            <a:ext cx="2895600" cy="557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>
            <a:normAutofit/>
          </a:bodyPr>
          <a:lstStyle/>
          <a:p>
            <a:pPr algn="ctr" defTabSz="967740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 err="1">
                <a:latin typeface="Noto Sans"/>
                <a:ea typeface="Noto Sans"/>
                <a:cs typeface="Bebas Neue" charset="0"/>
                <a:sym typeface="Bebas Neue" charset="0"/>
              </a:rPr>
              <a:t>Chức</a:t>
            </a:r>
            <a:r>
              <a:rPr lang="en-US" b="1" dirty="0">
                <a:latin typeface="Noto Sans"/>
                <a:ea typeface="Noto Sans"/>
                <a:cs typeface="Bebas Neue" charset="0"/>
                <a:sym typeface="Bebas Neue" charset="0"/>
              </a:rPr>
              <a:t> </a:t>
            </a:r>
            <a:r>
              <a:rPr lang="en-US" b="1" dirty="0" err="1">
                <a:latin typeface="Noto Sans"/>
                <a:ea typeface="Noto Sans"/>
                <a:cs typeface="Bebas Neue" charset="0"/>
                <a:sym typeface="Bebas Neue" charset="0"/>
              </a:rPr>
              <a:t>năng</a:t>
            </a:r>
            <a:r>
              <a:rPr lang="en-US" b="1" dirty="0">
                <a:latin typeface="Noto Sans"/>
                <a:ea typeface="Noto Sans"/>
                <a:cs typeface="Bebas Neue" charset="0"/>
                <a:sym typeface="Bebas Neue" charset="0"/>
              </a:rPr>
              <a:t> </a:t>
            </a:r>
          </a:p>
          <a:p>
            <a:pPr algn="ctr" defTabSz="967740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 err="1">
                <a:latin typeface="Noto Sans"/>
                <a:ea typeface="Noto Sans"/>
                <a:cs typeface="Bebas Neue" charset="0"/>
                <a:sym typeface="Bebas Neue" charset="0"/>
              </a:rPr>
              <a:t>thêm</a:t>
            </a:r>
            <a:r>
              <a:rPr lang="en-US" b="1" dirty="0">
                <a:latin typeface="Noto Sans"/>
                <a:ea typeface="Noto Sans"/>
                <a:cs typeface="Bebas Neue" charset="0"/>
                <a:sym typeface="Bebas Neue" charset="0"/>
              </a:rPr>
              <a:t> </a:t>
            </a:r>
            <a:r>
              <a:rPr lang="en-US" b="1" dirty="0" err="1">
                <a:latin typeface="Noto Sans"/>
                <a:ea typeface="Noto Sans"/>
                <a:cs typeface="Bebas Neue" charset="0"/>
                <a:sym typeface="Bebas Neue" charset="0"/>
              </a:rPr>
              <a:t>sản</a:t>
            </a:r>
            <a:r>
              <a:rPr lang="en-US" b="1" dirty="0">
                <a:latin typeface="Noto Sans"/>
                <a:ea typeface="Noto Sans"/>
                <a:cs typeface="Bebas Neue" charset="0"/>
                <a:sym typeface="Bebas Neue" charset="0"/>
              </a:rPr>
              <a:t> </a:t>
            </a:r>
            <a:r>
              <a:rPr lang="en-US" b="1" dirty="0" err="1">
                <a:latin typeface="Noto Sans"/>
                <a:ea typeface="Noto Sans"/>
                <a:cs typeface="Bebas Neue" charset="0"/>
                <a:sym typeface="Bebas Neue" charset="0"/>
              </a:rPr>
              <a:t>phẩm</a:t>
            </a:r>
            <a:endParaRPr lang="en-US" b="1" dirty="0">
              <a:latin typeface="微软雅黑" panose="020B0503020204020204" charset="-122"/>
              <a:ea typeface="微软雅黑"/>
              <a:cs typeface="Bebas Neue" charset="0"/>
              <a:sym typeface="Bebas Neue" charset="0"/>
            </a:endParaRPr>
          </a:p>
        </p:txBody>
      </p:sp>
      <p:sp>
        <p:nvSpPr>
          <p:cNvPr id="15" name="Rectangle 36">
            <a:extLst>
              <a:ext uri="{FF2B5EF4-FFF2-40B4-BE49-F238E27FC236}">
                <a16:creationId xmlns:a16="http://schemas.microsoft.com/office/drawing/2014/main" id="{2C0F1CED-B997-DBD5-1FAA-9CB792679500}"/>
              </a:ext>
            </a:extLst>
          </p:cNvPr>
          <p:cNvSpPr/>
          <p:nvPr/>
        </p:nvSpPr>
        <p:spPr bwMode="auto">
          <a:xfrm>
            <a:off x="4598148" y="5651735"/>
            <a:ext cx="2478434" cy="302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>
            <a:normAutofit/>
          </a:bodyPr>
          <a:lstStyle/>
          <a:p>
            <a:pPr algn="r" defTabSz="96774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vi-VN" altLang="vi-VN" b="1">
                <a:latin typeface="Noto Sans"/>
                <a:ea typeface="Noto Sans"/>
                <a:cs typeface="Bebas Neue" charset="0"/>
                <a:sym typeface="Bebas Neue" charset="0"/>
              </a:rPr>
              <a:t>Thêm tiêu đề</a:t>
            </a:r>
            <a:endParaRPr lang="en-US" b="1">
              <a:latin typeface="微软雅黑" panose="020B0503020204020204" charset="-122"/>
              <a:ea typeface="微软雅黑"/>
              <a:cs typeface="Bebas Neue" charset="0"/>
              <a:sym typeface="Bebas Neue" charset="0"/>
            </a:endParaRPr>
          </a:p>
        </p:txBody>
      </p:sp>
      <p:sp>
        <p:nvSpPr>
          <p:cNvPr id="19" name="Rectangle 45">
            <a:extLst>
              <a:ext uri="{FF2B5EF4-FFF2-40B4-BE49-F238E27FC236}">
                <a16:creationId xmlns:a16="http://schemas.microsoft.com/office/drawing/2014/main" id="{88F4946D-44A3-29D6-B755-67931924E882}"/>
              </a:ext>
            </a:extLst>
          </p:cNvPr>
          <p:cNvSpPr/>
          <p:nvPr/>
        </p:nvSpPr>
        <p:spPr bwMode="auto">
          <a:xfrm>
            <a:off x="358946" y="333423"/>
            <a:ext cx="4318562" cy="314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>
            <a:normAutofit lnSpcReduction="10000"/>
          </a:bodyPr>
          <a:lstStyle/>
          <a:p>
            <a:pPr defTabSz="96774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1F497D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Bebas Neue" charset="0"/>
              </a:rPr>
              <a:t>PHÂN TÍCH THIẾT KẾ</a:t>
            </a:r>
          </a:p>
        </p:txBody>
      </p:sp>
      <p:grpSp>
        <p:nvGrpSpPr>
          <p:cNvPr id="5" name="Group 35">
            <a:extLst>
              <a:ext uri="{FF2B5EF4-FFF2-40B4-BE49-F238E27FC236}">
                <a16:creationId xmlns:a16="http://schemas.microsoft.com/office/drawing/2014/main" id="{67267BF7-ADC9-9A42-FA32-59DDBA75E717}"/>
              </a:ext>
            </a:extLst>
          </p:cNvPr>
          <p:cNvGrpSpPr/>
          <p:nvPr/>
        </p:nvGrpSpPr>
        <p:grpSpPr>
          <a:xfrm>
            <a:off x="476899" y="3939044"/>
            <a:ext cx="3391716" cy="2585533"/>
            <a:chOff x="1469" y="16"/>
            <a:chExt cx="5000" cy="1025"/>
          </a:xfrm>
        </p:grpSpPr>
        <p:sp>
          <p:nvSpPr>
            <p:cNvPr id="6" name="Rectangle 36">
              <a:extLst>
                <a:ext uri="{FF2B5EF4-FFF2-40B4-BE49-F238E27FC236}">
                  <a16:creationId xmlns:a16="http://schemas.microsoft.com/office/drawing/2014/main" id="{1CAD2809-FD26-6061-184D-4DB4F1766659}"/>
                </a:ext>
              </a:extLst>
            </p:cNvPr>
            <p:cNvSpPr/>
            <p:nvPr/>
          </p:nvSpPr>
          <p:spPr bwMode="auto">
            <a:xfrm>
              <a:off x="1469" y="16"/>
              <a:ext cx="3159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>
              <a:normAutofit/>
            </a:bodyPr>
            <a:lstStyle/>
            <a:p>
              <a:pPr defTabSz="96774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 err="1">
                  <a:solidFill>
                    <a:schemeClr val="bg1">
                      <a:lumMod val="75000"/>
                      <a:lumOff val="25000"/>
                    </a:schemeClr>
                  </a:solidFill>
                  <a:latin typeface="Noto Sans"/>
                  <a:ea typeface="Noto Sans"/>
                  <a:cs typeface="Bebas Neue" charset="0"/>
                  <a:sym typeface="Bebas Neue" charset="0"/>
                </a:rPr>
                <a:t>Mục</a:t>
              </a:r>
              <a:r>
                <a:rPr lang="en-US" sz="2400" b="1" dirty="0">
                  <a:solidFill>
                    <a:schemeClr val="bg1">
                      <a:lumMod val="75000"/>
                      <a:lumOff val="25000"/>
                    </a:schemeClr>
                  </a:solidFill>
                  <a:latin typeface="Noto Sans"/>
                  <a:ea typeface="Noto Sans"/>
                  <a:cs typeface="Bebas Neue" charset="0"/>
                  <a:sym typeface="Bebas Neue" charset="0"/>
                </a:rPr>
                <a:t> </a:t>
              </a:r>
              <a:r>
                <a:rPr lang="en-US" sz="2400" b="1" dirty="0" err="1">
                  <a:solidFill>
                    <a:schemeClr val="bg1">
                      <a:lumMod val="75000"/>
                      <a:lumOff val="25000"/>
                    </a:schemeClr>
                  </a:solidFill>
                  <a:latin typeface="Noto Sans"/>
                  <a:ea typeface="Noto Sans"/>
                  <a:cs typeface="Bebas Neue" charset="0"/>
                  <a:sym typeface="Bebas Neue" charset="0"/>
                </a:rPr>
                <a:t>đích</a:t>
              </a:r>
              <a:endParaRPr lang="en-US" sz="24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/>
                <a:cs typeface="Bebas Neue" charset="0"/>
                <a:sym typeface="Bebas Neue" charset="0"/>
              </a:endParaRPr>
            </a:p>
          </p:txBody>
        </p:sp>
        <p:sp>
          <p:nvSpPr>
            <p:cNvPr id="10" name="Rectangle 37">
              <a:extLst>
                <a:ext uri="{FF2B5EF4-FFF2-40B4-BE49-F238E27FC236}">
                  <a16:creationId xmlns:a16="http://schemas.microsoft.com/office/drawing/2014/main" id="{80C5F09D-D5E2-5445-8398-5AB708089818}"/>
                </a:ext>
              </a:extLst>
            </p:cNvPr>
            <p:cNvSpPr/>
            <p:nvPr/>
          </p:nvSpPr>
          <p:spPr bwMode="auto">
            <a:xfrm>
              <a:off x="1469" y="207"/>
              <a:ext cx="5000" cy="8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>
              <a:noAutofit/>
            </a:bodyPr>
            <a:lstStyle/>
            <a:p>
              <a:pPr defTabSz="967740" fontAlgn="base">
                <a:lnSpc>
                  <a:spcPct val="16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vi-VN" sz="2000" dirty="0">
                  <a:solidFill>
                    <a:schemeClr val="bg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Cho phép người dùng thêm thông tin về sản phẩm mới vào hệ thống quản lý của </a:t>
              </a:r>
              <a:r>
                <a:rPr lang="en-US" sz="2000" dirty="0" err="1">
                  <a:solidFill>
                    <a:schemeClr val="bg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cửa</a:t>
              </a:r>
              <a:r>
                <a:rPr lang="en-US" sz="2000" dirty="0">
                  <a:solidFill>
                    <a:schemeClr val="bg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hàng</a:t>
              </a:r>
              <a:endParaRPr lang="vi-VN" altLang="vi-VN" sz="20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Gill Sans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B066DF40-28AF-8365-4475-79A60DE94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034" y="647700"/>
            <a:ext cx="7470020" cy="584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242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066F7-4FA9-E976-8BA2-580A2C47D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ntUML diagram">
            <a:extLst>
              <a:ext uri="{FF2B5EF4-FFF2-40B4-BE49-F238E27FC236}">
                <a16:creationId xmlns:a16="http://schemas.microsoft.com/office/drawing/2014/main" id="{569F020C-039E-D805-BB10-017973D833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452" y="8267"/>
            <a:ext cx="8012772" cy="669614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545B936-2ECB-5D54-A1D4-BE6944FCC98F}"/>
              </a:ext>
            </a:extLst>
          </p:cNvPr>
          <p:cNvSpPr/>
          <p:nvPr/>
        </p:nvSpPr>
        <p:spPr>
          <a:xfrm>
            <a:off x="0" y="1207893"/>
            <a:ext cx="2895600" cy="830740"/>
          </a:xfrm>
          <a:prstGeom prst="rect">
            <a:avLst/>
          </a:prstGeom>
          <a:solidFill>
            <a:srgbClr val="4F8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3D87EA8-322D-3084-FE05-C1C94A99FFA8}"/>
              </a:ext>
            </a:extLst>
          </p:cNvPr>
          <p:cNvSpPr/>
          <p:nvPr/>
        </p:nvSpPr>
        <p:spPr>
          <a:xfrm>
            <a:off x="0" y="133350"/>
            <a:ext cx="171450" cy="51435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Rectangle 36">
            <a:extLst>
              <a:ext uri="{FF2B5EF4-FFF2-40B4-BE49-F238E27FC236}">
                <a16:creationId xmlns:a16="http://schemas.microsoft.com/office/drawing/2014/main" id="{99641AC6-B921-8823-FC88-E661F819FE80}"/>
              </a:ext>
            </a:extLst>
          </p:cNvPr>
          <p:cNvSpPr/>
          <p:nvPr/>
        </p:nvSpPr>
        <p:spPr bwMode="auto">
          <a:xfrm>
            <a:off x="0" y="1344698"/>
            <a:ext cx="2895600" cy="557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>
            <a:normAutofit/>
          </a:bodyPr>
          <a:lstStyle/>
          <a:p>
            <a:pPr algn="ctr" defTabSz="967740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 err="1">
                <a:latin typeface="Noto Sans"/>
                <a:ea typeface="Noto Sans"/>
                <a:cs typeface="Bebas Neue" charset="0"/>
                <a:sym typeface="Bebas Neue" charset="0"/>
              </a:rPr>
              <a:t>Biểu</a:t>
            </a:r>
            <a:r>
              <a:rPr lang="en-US" b="1" dirty="0">
                <a:latin typeface="Noto Sans"/>
                <a:ea typeface="Noto Sans"/>
                <a:cs typeface="Bebas Neue" charset="0"/>
                <a:sym typeface="Bebas Neue" charset="0"/>
              </a:rPr>
              <a:t> </a:t>
            </a:r>
            <a:r>
              <a:rPr lang="en-US" b="1" dirty="0" err="1">
                <a:latin typeface="Noto Sans"/>
                <a:ea typeface="Noto Sans"/>
                <a:cs typeface="Bebas Neue" charset="0"/>
                <a:sym typeface="Bebas Neue" charset="0"/>
              </a:rPr>
              <a:t>đồ</a:t>
            </a:r>
            <a:r>
              <a:rPr lang="en-US" b="1" dirty="0">
                <a:latin typeface="Noto Sans"/>
                <a:ea typeface="Noto Sans"/>
                <a:cs typeface="Bebas Neue" charset="0"/>
                <a:sym typeface="Bebas Neue" charset="0"/>
              </a:rPr>
              <a:t> </a:t>
            </a:r>
            <a:r>
              <a:rPr lang="en-US" b="1" dirty="0" err="1">
                <a:latin typeface="Noto Sans"/>
                <a:ea typeface="Noto Sans"/>
                <a:cs typeface="Bebas Neue" charset="0"/>
                <a:sym typeface="Bebas Neue" charset="0"/>
              </a:rPr>
              <a:t>lớp</a:t>
            </a:r>
            <a:endParaRPr lang="en-US" b="1" dirty="0">
              <a:latin typeface="微软雅黑" panose="020B0503020204020204" charset="-122"/>
              <a:ea typeface="微软雅黑"/>
              <a:cs typeface="Bebas Neue" charset="0"/>
              <a:sym typeface="Bebas Neue" charset="0"/>
            </a:endParaRPr>
          </a:p>
        </p:txBody>
      </p:sp>
      <p:sp>
        <p:nvSpPr>
          <p:cNvPr id="19" name="Rectangle 45">
            <a:extLst>
              <a:ext uri="{FF2B5EF4-FFF2-40B4-BE49-F238E27FC236}">
                <a16:creationId xmlns:a16="http://schemas.microsoft.com/office/drawing/2014/main" id="{6A508710-A7A9-92A5-5C38-27D78E1AD9B3}"/>
              </a:ext>
            </a:extLst>
          </p:cNvPr>
          <p:cNvSpPr/>
          <p:nvPr/>
        </p:nvSpPr>
        <p:spPr bwMode="auto">
          <a:xfrm>
            <a:off x="358946" y="333423"/>
            <a:ext cx="4318562" cy="314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>
            <a:normAutofit lnSpcReduction="10000"/>
          </a:bodyPr>
          <a:lstStyle/>
          <a:p>
            <a:pPr defTabSz="96774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1F497D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Bebas Neue" charset="0"/>
              </a:rPr>
              <a:t>PHÂN TÍCH THIẾT KẾ</a:t>
            </a:r>
          </a:p>
        </p:txBody>
      </p:sp>
    </p:spTree>
    <p:extLst>
      <p:ext uri="{BB962C8B-B14F-4D97-AF65-F5344CB8AC3E}">
        <p14:creationId xmlns:p14="http://schemas.microsoft.com/office/powerpoint/2010/main" val="3758018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9784" y="2517413"/>
            <a:ext cx="487680" cy="1956547"/>
          </a:xfrm>
          <a:prstGeom prst="rect">
            <a:avLst/>
          </a:prstGeom>
          <a:noFill/>
        </p:spPr>
        <p:txBody>
          <a:bodyPr vert="vert" wrap="square" rtlCol="0">
            <a:normAutofit/>
          </a:bodyPr>
          <a:lstStyle/>
          <a:p>
            <a:pPr algn="dist"/>
            <a:r>
              <a:rPr lang="vi-VN" altLang="vi-VN" sz="2000" b="1">
                <a:latin typeface="Noto Sans"/>
                <a:ea typeface="Noto Sans"/>
              </a:rPr>
              <a:t>VIỆC KINH</a:t>
            </a:r>
            <a:endParaRPr lang="zh-CN" altLang="en-US" sz="2000" b="1"/>
          </a:p>
        </p:txBody>
      </p:sp>
      <p:sp>
        <p:nvSpPr>
          <p:cNvPr id="7" name="文本框 6"/>
          <p:cNvSpPr txBox="1"/>
          <p:nvPr/>
        </p:nvSpPr>
        <p:spPr>
          <a:xfrm>
            <a:off x="1472452" y="1976716"/>
            <a:ext cx="4342939" cy="82296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vi-VN" altLang="vi-VN" sz="4800" b="1" dirty="0">
                <a:solidFill>
                  <a:srgbClr val="4F81BD"/>
                </a:solidFill>
                <a:latin typeface="Noto Sans"/>
                <a:ea typeface="Noto Sans"/>
              </a:rPr>
              <a:t>PHẦN </a:t>
            </a:r>
            <a:r>
              <a:rPr lang="en-US" altLang="vi-VN" sz="4800" b="1" dirty="0">
                <a:solidFill>
                  <a:srgbClr val="4F81BD"/>
                </a:solidFill>
                <a:latin typeface="Noto Sans"/>
                <a:ea typeface="Noto Sans"/>
              </a:rPr>
              <a:t>BỐN</a:t>
            </a:r>
            <a:endParaRPr lang="zh-CN" altLang="en-US" sz="4800" b="1" dirty="0">
              <a:solidFill>
                <a:srgbClr val="4F81BD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72451" y="2899433"/>
            <a:ext cx="5511055" cy="822960"/>
          </a:xfrm>
          <a:prstGeom prst="rect">
            <a:avLst/>
          </a:prstGeom>
          <a:noFill/>
        </p:spPr>
        <p:txBody>
          <a:bodyPr wrap="square" rtlCol="0">
            <a:normAutofit fontScale="92500"/>
          </a:bodyPr>
          <a:lstStyle/>
          <a:p>
            <a:r>
              <a:rPr lang="en-US" altLang="vi-VN" sz="4800" b="1" dirty="0" err="1">
                <a:solidFill>
                  <a:schemeClr val="bg1"/>
                </a:solidFill>
                <a:latin typeface="Noto Sans"/>
                <a:ea typeface="Noto Sans"/>
              </a:rPr>
              <a:t>Kết</a:t>
            </a:r>
            <a:r>
              <a:rPr lang="en-US" altLang="vi-VN" sz="4800" b="1" dirty="0">
                <a:solidFill>
                  <a:schemeClr val="bg1"/>
                </a:solidFill>
                <a:latin typeface="Noto Sans"/>
                <a:ea typeface="Noto Sans"/>
              </a:rPr>
              <a:t> </a:t>
            </a:r>
            <a:r>
              <a:rPr lang="en-US" altLang="vi-VN" sz="4800" b="1" dirty="0" err="1">
                <a:solidFill>
                  <a:schemeClr val="bg1"/>
                </a:solidFill>
                <a:latin typeface="Noto Sans"/>
                <a:ea typeface="Noto Sans"/>
              </a:rPr>
              <a:t>quả</a:t>
            </a:r>
            <a:r>
              <a:rPr lang="en-US" altLang="vi-VN" sz="4800" b="1" dirty="0">
                <a:solidFill>
                  <a:schemeClr val="bg1"/>
                </a:solidFill>
                <a:latin typeface="Noto Sans"/>
                <a:ea typeface="Noto Sans"/>
              </a:rPr>
              <a:t> </a:t>
            </a:r>
            <a:r>
              <a:rPr lang="en-US" altLang="vi-VN" sz="4800" b="1" dirty="0" err="1">
                <a:solidFill>
                  <a:schemeClr val="bg1"/>
                </a:solidFill>
                <a:latin typeface="Noto Sans"/>
                <a:ea typeface="Noto Sans"/>
              </a:rPr>
              <a:t>thực</a:t>
            </a:r>
            <a:r>
              <a:rPr lang="en-US" altLang="vi-VN" sz="4800" b="1" dirty="0">
                <a:solidFill>
                  <a:schemeClr val="bg1"/>
                </a:solidFill>
                <a:latin typeface="Noto Sans"/>
                <a:ea typeface="Noto Sans"/>
              </a:rPr>
              <a:t> </a:t>
            </a:r>
            <a:r>
              <a:rPr lang="en-US" altLang="vi-VN" sz="4800" b="1" dirty="0" err="1">
                <a:solidFill>
                  <a:schemeClr val="bg1"/>
                </a:solidFill>
                <a:latin typeface="Noto Sans"/>
                <a:ea typeface="Noto Sans"/>
              </a:rPr>
              <a:t>hiện</a:t>
            </a:r>
            <a:endParaRPr lang="vi-VN" altLang="vi-VN" sz="4800" b="1" dirty="0">
              <a:solidFill>
                <a:schemeClr val="bg1"/>
              </a:solidFill>
              <a:latin typeface="Noto Sans"/>
              <a:ea typeface="Noto San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72451" y="3853969"/>
            <a:ext cx="6010899" cy="40378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>
              <a:lnSpc>
                <a:spcPct val="160000"/>
              </a:lnSpc>
              <a:defRPr/>
            </a:pPr>
            <a:r>
              <a:rPr kumimoji="0" lang="en-US" altLang="vi-VN" sz="1400" b="0" i="0" u="none" strike="noStrike" cap="none" spc="0" normalizeH="0" baseline="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Kết</a:t>
            </a:r>
            <a:r>
              <a:rPr kumimoji="0" lang="en-US" altLang="vi-VN" sz="1400" b="0" i="0" u="none" strike="noStrike" cap="none" spc="0" normalizeH="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kumimoji="0" lang="en-US" altLang="vi-VN" sz="1400" b="0" i="0" u="none" strike="noStrike" cap="none" spc="0" normalizeH="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quả</a:t>
            </a:r>
            <a:r>
              <a:rPr kumimoji="0" lang="en-US" altLang="vi-VN" sz="1400" b="0" i="0" u="none" strike="noStrike" cap="none" spc="0" normalizeH="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kumimoji="0" lang="en-US" altLang="vi-VN" sz="1400" b="0" i="0" u="none" strike="noStrike" cap="none" spc="0" normalizeH="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thực</a:t>
            </a:r>
            <a:r>
              <a:rPr kumimoji="0" lang="en-US" altLang="vi-VN" sz="1400" b="0" i="0" u="none" strike="noStrike" cap="none" spc="0" normalizeH="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kumimoji="0" lang="en-US" altLang="vi-VN" sz="1400" b="0" i="0" u="none" strike="noStrike" cap="none" spc="0" normalizeH="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hiện</a:t>
            </a:r>
            <a:r>
              <a:rPr kumimoji="0" lang="en-US" altLang="vi-VN" sz="1400" b="0" i="0" u="none" strike="noStrike" cap="none" spc="0" normalizeH="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kumimoji="0" lang="en-US" altLang="vi-VN" sz="1400" b="0" i="0" u="none" strike="noStrike" cap="none" spc="0" normalizeH="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được</a:t>
            </a:r>
            <a:r>
              <a:rPr kumimoji="0" lang="en-US" altLang="vi-VN" sz="1400" b="0" i="0" u="none" strike="noStrike" cap="none" spc="0" normalizeH="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kumimoji="0" lang="en-US" altLang="vi-VN" sz="1400" b="0" i="0" u="none" strike="noStrike" cap="none" spc="0" normalizeH="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của</a:t>
            </a:r>
            <a:r>
              <a:rPr kumimoji="0" lang="en-US" altLang="vi-VN" sz="1400" b="0" i="0" u="none" strike="noStrike" cap="none" spc="0" normalizeH="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kumimoji="0" lang="en-US" altLang="vi-VN" sz="1400" b="0" i="0" u="none" strike="noStrike" cap="none" spc="0" normalizeH="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dự</a:t>
            </a:r>
            <a:r>
              <a:rPr kumimoji="0" lang="en-US" altLang="vi-VN" sz="1400" b="0" i="0" u="none" strike="noStrike" cap="none" spc="0" normalizeH="0" dirty="0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 </a:t>
            </a:r>
            <a:r>
              <a:rPr kumimoji="0" lang="en-US" altLang="vi-VN" sz="1400" b="0" i="0" u="none" strike="noStrike" cap="none" spc="0" normalizeH="0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Noto Sans"/>
                <a:ea typeface="Noto Sans"/>
                <a:sym typeface="Century Gothic" panose="020B0502020202020204" pitchFamily="34" charset="0"/>
              </a:rPr>
              <a:t>án</a:t>
            </a:r>
            <a:endParaRPr kumimoji="0" lang="vi-VN" altLang="vi-VN" sz="1400" b="0" i="0" u="none" strike="noStrike" cap="none" spc="0" normalizeH="0" baseline="0" dirty="0">
              <a:solidFill>
                <a:schemeClr val="bg1">
                  <a:lumMod val="75000"/>
                  <a:lumOff val="25000"/>
                </a:schemeClr>
              </a:solidFill>
              <a:latin typeface="Noto Sans"/>
              <a:ea typeface="Noto Sans"/>
              <a:sym typeface="Century Gothic" panose="020B0502020202020204" pitchFamily="34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667436" y="3853969"/>
            <a:ext cx="914400" cy="0"/>
          </a:xfrm>
          <a:prstGeom prst="line">
            <a:avLst/>
          </a:prstGeom>
          <a:ln w="41275">
            <a:solidFill>
              <a:srgbClr val="4F81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12"/>
          <p:cNvSpPr/>
          <p:nvPr/>
        </p:nvSpPr>
        <p:spPr>
          <a:xfrm rot="19800000">
            <a:off x="11079596" y="2146838"/>
            <a:ext cx="986856" cy="766613"/>
          </a:xfrm>
          <a:custGeom>
            <a:avLst/>
            <a:gdLst>
              <a:gd name="connsiteX0" fmla="*/ 0 w 986856"/>
              <a:gd name="connsiteY0" fmla="*/ 721831 h 721831"/>
              <a:gd name="connsiteX1" fmla="*/ 493428 w 986856"/>
              <a:gd name="connsiteY1" fmla="*/ 0 h 721831"/>
              <a:gd name="connsiteX2" fmla="*/ 986856 w 986856"/>
              <a:gd name="connsiteY2" fmla="*/ 721831 h 721831"/>
              <a:gd name="connsiteX3" fmla="*/ 0 w 986856"/>
              <a:gd name="connsiteY3" fmla="*/ 721831 h 721831"/>
              <a:gd name="connsiteX0-1" fmla="*/ 0 w 986856"/>
              <a:gd name="connsiteY0-2" fmla="*/ 766613 h 766613"/>
              <a:gd name="connsiteX1-3" fmla="*/ 550336 w 986856"/>
              <a:gd name="connsiteY1-4" fmla="*/ 0 h 766613"/>
              <a:gd name="connsiteX2-5" fmla="*/ 986856 w 986856"/>
              <a:gd name="connsiteY2-6" fmla="*/ 766613 h 766613"/>
              <a:gd name="connsiteX3-7" fmla="*/ 0 w 986856"/>
              <a:gd name="connsiteY3-8" fmla="*/ 766613 h 76661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86856" h="766613">
                <a:moveTo>
                  <a:pt x="0" y="766613"/>
                </a:moveTo>
                <a:lnTo>
                  <a:pt x="550336" y="0"/>
                </a:lnTo>
                <a:lnTo>
                  <a:pt x="986856" y="766613"/>
                </a:lnTo>
                <a:lnTo>
                  <a:pt x="0" y="766613"/>
                </a:lnTo>
                <a:close/>
              </a:path>
            </a:pathLst>
          </a:custGeom>
          <a:solidFill>
            <a:srgbClr val="4F81B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等腰三角形 21"/>
          <p:cNvSpPr/>
          <p:nvPr/>
        </p:nvSpPr>
        <p:spPr>
          <a:xfrm rot="16200000">
            <a:off x="10320263" y="2763636"/>
            <a:ext cx="2010385" cy="1733090"/>
          </a:xfrm>
          <a:prstGeom prst="triangle">
            <a:avLst/>
          </a:prstGeom>
          <a:solidFill>
            <a:srgbClr val="0070C0"/>
          </a:solidFill>
          <a:ln>
            <a:noFill/>
          </a:ln>
          <a:effectLst>
            <a:outerShdw blurRad="50800" dist="38100" dir="8100000" sx="104000" sy="104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等腰三角形 22"/>
          <p:cNvSpPr/>
          <p:nvPr/>
        </p:nvSpPr>
        <p:spPr>
          <a:xfrm rot="8681015">
            <a:off x="10487418" y="3494999"/>
            <a:ext cx="510208" cy="439834"/>
          </a:xfrm>
          <a:prstGeom prst="triangle">
            <a:avLst/>
          </a:prstGeom>
          <a:solidFill>
            <a:srgbClr val="1B30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等腰三角形 23"/>
          <p:cNvSpPr/>
          <p:nvPr/>
        </p:nvSpPr>
        <p:spPr>
          <a:xfrm rot="16200000">
            <a:off x="10462329" y="1382549"/>
            <a:ext cx="510208" cy="439834"/>
          </a:xfrm>
          <a:prstGeom prst="triangle">
            <a:avLst/>
          </a:prstGeom>
          <a:solidFill>
            <a:srgbClr val="1B30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等腰三角形 24"/>
          <p:cNvSpPr/>
          <p:nvPr/>
        </p:nvSpPr>
        <p:spPr>
          <a:xfrm rot="5400000">
            <a:off x="11046828" y="1431399"/>
            <a:ext cx="405691" cy="349733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 rot="18903724">
            <a:off x="7302033" y="4605404"/>
            <a:ext cx="4185063" cy="4759609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 rot="18903724">
            <a:off x="-1883873" y="-1202524"/>
            <a:ext cx="4185063" cy="252465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6"/>
          <p:cNvSpPr>
            <a:spLocks noEditPoints="1"/>
          </p:cNvSpPr>
          <p:nvPr/>
        </p:nvSpPr>
        <p:spPr bwMode="auto">
          <a:xfrm>
            <a:off x="4948555" y="1809115"/>
            <a:ext cx="1124585" cy="919480"/>
          </a:xfrm>
          <a:custGeom>
            <a:avLst/>
            <a:gdLst>
              <a:gd name="T0" fmla="*/ 725 w 1364"/>
              <a:gd name="T1" fmla="*/ 847 h 1123"/>
              <a:gd name="T2" fmla="*/ 51 w 1364"/>
              <a:gd name="T3" fmla="*/ 757 h 1123"/>
              <a:gd name="T4" fmla="*/ 1159 w 1364"/>
              <a:gd name="T5" fmla="*/ 786 h 1123"/>
              <a:gd name="T6" fmla="*/ 1143 w 1364"/>
              <a:gd name="T7" fmla="*/ 765 h 1123"/>
              <a:gd name="T8" fmla="*/ 720 w 1364"/>
              <a:gd name="T9" fmla="*/ 805 h 1123"/>
              <a:gd name="T10" fmla="*/ 57 w 1364"/>
              <a:gd name="T11" fmla="*/ 484 h 1123"/>
              <a:gd name="T12" fmla="*/ 733 w 1364"/>
              <a:gd name="T13" fmla="*/ 828 h 1123"/>
              <a:gd name="T14" fmla="*/ 1158 w 1364"/>
              <a:gd name="T15" fmla="*/ 621 h 1123"/>
              <a:gd name="T16" fmla="*/ 720 w 1364"/>
              <a:gd name="T17" fmla="*/ 805 h 1123"/>
              <a:gd name="T18" fmla="*/ 1001 w 1364"/>
              <a:gd name="T19" fmla="*/ 579 h 1123"/>
              <a:gd name="T20" fmla="*/ 990 w 1364"/>
              <a:gd name="T21" fmla="*/ 441 h 1123"/>
              <a:gd name="T22" fmla="*/ 284 w 1364"/>
              <a:gd name="T23" fmla="*/ 432 h 1123"/>
              <a:gd name="T24" fmla="*/ 71 w 1364"/>
              <a:gd name="T25" fmla="*/ 478 h 1123"/>
              <a:gd name="T26" fmla="*/ 720 w 1364"/>
              <a:gd name="T27" fmla="*/ 1101 h 1123"/>
              <a:gd name="T28" fmla="*/ 57 w 1364"/>
              <a:gd name="T29" fmla="*/ 780 h 1123"/>
              <a:gd name="T30" fmla="*/ 733 w 1364"/>
              <a:gd name="T31" fmla="*/ 1123 h 1123"/>
              <a:gd name="T32" fmla="*/ 1158 w 1364"/>
              <a:gd name="T33" fmla="*/ 917 h 1123"/>
              <a:gd name="T34" fmla="*/ 720 w 1364"/>
              <a:gd name="T35" fmla="*/ 1101 h 1123"/>
              <a:gd name="T36" fmla="*/ 1067 w 1364"/>
              <a:gd name="T37" fmla="*/ 344 h 1123"/>
              <a:gd name="T38" fmla="*/ 1056 w 1364"/>
              <a:gd name="T39" fmla="*/ 368 h 1123"/>
              <a:gd name="T40" fmla="*/ 1063 w 1364"/>
              <a:gd name="T41" fmla="*/ 404 h 1123"/>
              <a:gd name="T42" fmla="*/ 1035 w 1364"/>
              <a:gd name="T43" fmla="*/ 562 h 1123"/>
              <a:gd name="T44" fmla="*/ 1115 w 1364"/>
              <a:gd name="T45" fmla="*/ 422 h 1123"/>
              <a:gd name="T46" fmla="*/ 1106 w 1364"/>
              <a:gd name="T47" fmla="*/ 389 h 1123"/>
              <a:gd name="T48" fmla="*/ 1114 w 1364"/>
              <a:gd name="T49" fmla="*/ 352 h 1123"/>
              <a:gd name="T50" fmla="*/ 1104 w 1364"/>
              <a:gd name="T51" fmla="*/ 226 h 1123"/>
              <a:gd name="T52" fmla="*/ 1356 w 1364"/>
              <a:gd name="T53" fmla="*/ 174 h 1123"/>
              <a:gd name="T54" fmla="*/ 773 w 1364"/>
              <a:gd name="T55" fmla="*/ 4 h 1123"/>
              <a:gd name="T56" fmla="*/ 413 w 1364"/>
              <a:gd name="T57" fmla="*/ 28 h 1123"/>
              <a:gd name="T58" fmla="*/ 11 w 1364"/>
              <a:gd name="T59" fmla="*/ 76 h 1123"/>
              <a:gd name="T60" fmla="*/ 480 w 1364"/>
              <a:gd name="T61" fmla="*/ 323 h 1123"/>
              <a:gd name="T62" fmla="*/ 1039 w 1364"/>
              <a:gd name="T63" fmla="*/ 238 h 1123"/>
              <a:gd name="T64" fmla="*/ 628 w 1364"/>
              <a:gd name="T65" fmla="*/ 161 h 1123"/>
              <a:gd name="T66" fmla="*/ 1054 w 1364"/>
              <a:gd name="T67" fmla="*/ 204 h 1123"/>
              <a:gd name="T68" fmla="*/ 961 w 1364"/>
              <a:gd name="T69" fmla="*/ 281 h 1123"/>
              <a:gd name="T70" fmla="*/ 315 w 1364"/>
              <a:gd name="T71" fmla="*/ 432 h 1123"/>
              <a:gd name="T72" fmla="*/ 466 w 1364"/>
              <a:gd name="T73" fmla="*/ 350 h 1123"/>
              <a:gd name="T74" fmla="*/ 961 w 1364"/>
              <a:gd name="T75" fmla="*/ 281 h 1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364" h="1123">
                <a:moveTo>
                  <a:pt x="717" y="953"/>
                </a:moveTo>
                <a:cubicBezTo>
                  <a:pt x="707" y="917"/>
                  <a:pt x="707" y="881"/>
                  <a:pt x="725" y="847"/>
                </a:cubicBezTo>
                <a:lnTo>
                  <a:pt x="54" y="632"/>
                </a:lnTo>
                <a:cubicBezTo>
                  <a:pt x="28" y="665"/>
                  <a:pt x="21" y="710"/>
                  <a:pt x="51" y="757"/>
                </a:cubicBezTo>
                <a:lnTo>
                  <a:pt x="730" y="975"/>
                </a:lnTo>
                <a:lnTo>
                  <a:pt x="1159" y="786"/>
                </a:lnTo>
                <a:cubicBezTo>
                  <a:pt x="1170" y="781"/>
                  <a:pt x="1169" y="773"/>
                  <a:pt x="1155" y="768"/>
                </a:cubicBezTo>
                <a:lnTo>
                  <a:pt x="1143" y="765"/>
                </a:lnTo>
                <a:lnTo>
                  <a:pt x="717" y="953"/>
                </a:lnTo>
                <a:close/>
                <a:moveTo>
                  <a:pt x="720" y="805"/>
                </a:moveTo>
                <a:cubicBezTo>
                  <a:pt x="710" y="770"/>
                  <a:pt x="710" y="734"/>
                  <a:pt x="729" y="700"/>
                </a:cubicBezTo>
                <a:lnTo>
                  <a:pt x="57" y="484"/>
                </a:lnTo>
                <a:cubicBezTo>
                  <a:pt x="31" y="518"/>
                  <a:pt x="24" y="563"/>
                  <a:pt x="55" y="610"/>
                </a:cubicBezTo>
                <a:lnTo>
                  <a:pt x="733" y="828"/>
                </a:lnTo>
                <a:lnTo>
                  <a:pt x="1162" y="639"/>
                </a:lnTo>
                <a:cubicBezTo>
                  <a:pt x="1174" y="633"/>
                  <a:pt x="1172" y="626"/>
                  <a:pt x="1158" y="621"/>
                </a:cubicBezTo>
                <a:lnTo>
                  <a:pt x="1146" y="617"/>
                </a:lnTo>
                <a:lnTo>
                  <a:pt x="720" y="805"/>
                </a:lnTo>
                <a:close/>
                <a:moveTo>
                  <a:pt x="742" y="694"/>
                </a:moveTo>
                <a:lnTo>
                  <a:pt x="1001" y="579"/>
                </a:lnTo>
                <a:lnTo>
                  <a:pt x="1021" y="451"/>
                </a:lnTo>
                <a:lnTo>
                  <a:pt x="990" y="441"/>
                </a:lnTo>
                <a:cubicBezTo>
                  <a:pt x="976" y="548"/>
                  <a:pt x="711" y="556"/>
                  <a:pt x="638" y="556"/>
                </a:cubicBezTo>
                <a:cubicBezTo>
                  <a:pt x="562" y="556"/>
                  <a:pt x="284" y="548"/>
                  <a:pt x="284" y="432"/>
                </a:cubicBezTo>
                <a:lnTo>
                  <a:pt x="284" y="384"/>
                </a:lnTo>
                <a:lnTo>
                  <a:pt x="71" y="478"/>
                </a:lnTo>
                <a:lnTo>
                  <a:pt x="742" y="694"/>
                </a:lnTo>
                <a:close/>
                <a:moveTo>
                  <a:pt x="720" y="1101"/>
                </a:moveTo>
                <a:cubicBezTo>
                  <a:pt x="710" y="1066"/>
                  <a:pt x="710" y="1030"/>
                  <a:pt x="728" y="995"/>
                </a:cubicBezTo>
                <a:lnTo>
                  <a:pt x="57" y="780"/>
                </a:lnTo>
                <a:cubicBezTo>
                  <a:pt x="31" y="814"/>
                  <a:pt x="24" y="858"/>
                  <a:pt x="54" y="906"/>
                </a:cubicBezTo>
                <a:lnTo>
                  <a:pt x="733" y="1123"/>
                </a:lnTo>
                <a:lnTo>
                  <a:pt x="1162" y="934"/>
                </a:lnTo>
                <a:cubicBezTo>
                  <a:pt x="1173" y="929"/>
                  <a:pt x="1171" y="921"/>
                  <a:pt x="1158" y="917"/>
                </a:cubicBezTo>
                <a:lnTo>
                  <a:pt x="1146" y="913"/>
                </a:lnTo>
                <a:lnTo>
                  <a:pt x="720" y="1101"/>
                </a:lnTo>
                <a:close/>
                <a:moveTo>
                  <a:pt x="1067" y="219"/>
                </a:moveTo>
                <a:lnTo>
                  <a:pt x="1067" y="344"/>
                </a:lnTo>
                <a:cubicBezTo>
                  <a:pt x="1062" y="345"/>
                  <a:pt x="1058" y="348"/>
                  <a:pt x="1058" y="352"/>
                </a:cubicBezTo>
                <a:lnTo>
                  <a:pt x="1056" y="368"/>
                </a:lnTo>
                <a:cubicBezTo>
                  <a:pt x="1056" y="378"/>
                  <a:pt x="1065" y="382"/>
                  <a:pt x="1064" y="389"/>
                </a:cubicBezTo>
                <a:lnTo>
                  <a:pt x="1063" y="404"/>
                </a:lnTo>
                <a:cubicBezTo>
                  <a:pt x="1063" y="410"/>
                  <a:pt x="1057" y="415"/>
                  <a:pt x="1056" y="422"/>
                </a:cubicBezTo>
                <a:lnTo>
                  <a:pt x="1035" y="562"/>
                </a:lnTo>
                <a:cubicBezTo>
                  <a:pt x="1043" y="579"/>
                  <a:pt x="1127" y="579"/>
                  <a:pt x="1136" y="562"/>
                </a:cubicBezTo>
                <a:lnTo>
                  <a:pt x="1115" y="422"/>
                </a:lnTo>
                <a:cubicBezTo>
                  <a:pt x="1114" y="415"/>
                  <a:pt x="1108" y="410"/>
                  <a:pt x="1107" y="404"/>
                </a:cubicBezTo>
                <a:lnTo>
                  <a:pt x="1106" y="389"/>
                </a:lnTo>
                <a:cubicBezTo>
                  <a:pt x="1106" y="381"/>
                  <a:pt x="1115" y="379"/>
                  <a:pt x="1115" y="369"/>
                </a:cubicBezTo>
                <a:lnTo>
                  <a:pt x="1114" y="352"/>
                </a:lnTo>
                <a:cubicBezTo>
                  <a:pt x="1113" y="347"/>
                  <a:pt x="1109" y="344"/>
                  <a:pt x="1104" y="344"/>
                </a:cubicBezTo>
                <a:cubicBezTo>
                  <a:pt x="1104" y="218"/>
                  <a:pt x="1104" y="362"/>
                  <a:pt x="1104" y="226"/>
                </a:cubicBezTo>
                <a:lnTo>
                  <a:pt x="1356" y="183"/>
                </a:lnTo>
                <a:cubicBezTo>
                  <a:pt x="1362" y="182"/>
                  <a:pt x="1364" y="177"/>
                  <a:pt x="1356" y="174"/>
                </a:cubicBezTo>
                <a:cubicBezTo>
                  <a:pt x="1235" y="139"/>
                  <a:pt x="1125" y="107"/>
                  <a:pt x="1024" y="77"/>
                </a:cubicBezTo>
                <a:cubicBezTo>
                  <a:pt x="934" y="51"/>
                  <a:pt x="850" y="26"/>
                  <a:pt x="773" y="4"/>
                </a:cubicBezTo>
                <a:cubicBezTo>
                  <a:pt x="759" y="0"/>
                  <a:pt x="750" y="0"/>
                  <a:pt x="736" y="1"/>
                </a:cubicBezTo>
                <a:cubicBezTo>
                  <a:pt x="635" y="9"/>
                  <a:pt x="527" y="18"/>
                  <a:pt x="413" y="28"/>
                </a:cubicBezTo>
                <a:cubicBezTo>
                  <a:pt x="289" y="39"/>
                  <a:pt x="155" y="50"/>
                  <a:pt x="12" y="62"/>
                </a:cubicBezTo>
                <a:cubicBezTo>
                  <a:pt x="0" y="64"/>
                  <a:pt x="3" y="73"/>
                  <a:pt x="11" y="76"/>
                </a:cubicBezTo>
                <a:cubicBezTo>
                  <a:pt x="68" y="106"/>
                  <a:pt x="130" y="139"/>
                  <a:pt x="198" y="175"/>
                </a:cubicBezTo>
                <a:cubicBezTo>
                  <a:pt x="281" y="219"/>
                  <a:pt x="374" y="268"/>
                  <a:pt x="480" y="323"/>
                </a:cubicBezTo>
                <a:cubicBezTo>
                  <a:pt x="489" y="328"/>
                  <a:pt x="508" y="330"/>
                  <a:pt x="523" y="327"/>
                </a:cubicBezTo>
                <a:cubicBezTo>
                  <a:pt x="695" y="298"/>
                  <a:pt x="867" y="268"/>
                  <a:pt x="1039" y="238"/>
                </a:cubicBezTo>
                <a:cubicBezTo>
                  <a:pt x="1038" y="232"/>
                  <a:pt x="1036" y="229"/>
                  <a:pt x="1029" y="227"/>
                </a:cubicBezTo>
                <a:lnTo>
                  <a:pt x="628" y="161"/>
                </a:lnTo>
                <a:cubicBezTo>
                  <a:pt x="593" y="156"/>
                  <a:pt x="599" y="131"/>
                  <a:pt x="619" y="134"/>
                </a:cubicBezTo>
                <a:lnTo>
                  <a:pt x="1054" y="204"/>
                </a:lnTo>
                <a:cubicBezTo>
                  <a:pt x="1062" y="206"/>
                  <a:pt x="1066" y="211"/>
                  <a:pt x="1067" y="219"/>
                </a:cubicBezTo>
                <a:close/>
                <a:moveTo>
                  <a:pt x="961" y="281"/>
                </a:moveTo>
                <a:lnTo>
                  <a:pt x="961" y="432"/>
                </a:lnTo>
                <a:cubicBezTo>
                  <a:pt x="961" y="557"/>
                  <a:pt x="315" y="557"/>
                  <a:pt x="315" y="432"/>
                </a:cubicBezTo>
                <a:lnTo>
                  <a:pt x="315" y="270"/>
                </a:lnTo>
                <a:cubicBezTo>
                  <a:pt x="365" y="296"/>
                  <a:pt x="415" y="323"/>
                  <a:pt x="466" y="350"/>
                </a:cubicBezTo>
                <a:cubicBezTo>
                  <a:pt x="483" y="359"/>
                  <a:pt x="509" y="360"/>
                  <a:pt x="528" y="357"/>
                </a:cubicBezTo>
                <a:cubicBezTo>
                  <a:pt x="672" y="331"/>
                  <a:pt x="816" y="306"/>
                  <a:pt x="961" y="281"/>
                </a:cubicBezTo>
                <a:close/>
              </a:path>
            </a:pathLst>
          </a:custGeom>
          <a:solidFill>
            <a:srgbClr val="4F80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6"/>
          <p:cNvSpPr/>
          <p:nvPr/>
        </p:nvSpPr>
        <p:spPr bwMode="auto">
          <a:xfrm>
            <a:off x="-24315" y="-17419"/>
            <a:ext cx="4367317" cy="5069536"/>
          </a:xfrm>
          <a:custGeom>
            <a:avLst/>
            <a:gdLst>
              <a:gd name="connsiteX0" fmla="*/ 3873521 w 4367317"/>
              <a:gd name="connsiteY0" fmla="*/ 0 h 5069536"/>
              <a:gd name="connsiteX1" fmla="*/ 4367317 w 4367317"/>
              <a:gd name="connsiteY1" fmla="*/ 0 h 5069536"/>
              <a:gd name="connsiteX2" fmla="*/ 0 w 4367317"/>
              <a:gd name="connsiteY2" fmla="*/ 5069536 h 5069536"/>
              <a:gd name="connsiteX3" fmla="*/ 0 w 4367317"/>
              <a:gd name="connsiteY3" fmla="*/ 1974215 h 506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7317" h="5069536">
                <a:moveTo>
                  <a:pt x="3873521" y="0"/>
                </a:moveTo>
                <a:lnTo>
                  <a:pt x="4367317" y="0"/>
                </a:lnTo>
                <a:lnTo>
                  <a:pt x="0" y="5069536"/>
                </a:lnTo>
                <a:lnTo>
                  <a:pt x="0" y="1974215"/>
                </a:lnTo>
                <a:close/>
              </a:path>
            </a:pathLst>
          </a:custGeom>
          <a:solidFill>
            <a:srgbClr val="EFEF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sz="135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37" name="5"/>
          <p:cNvSpPr/>
          <p:nvPr/>
        </p:nvSpPr>
        <p:spPr bwMode="auto">
          <a:xfrm>
            <a:off x="-24316" y="-43545"/>
            <a:ext cx="3955151" cy="2314573"/>
          </a:xfrm>
          <a:custGeom>
            <a:avLst/>
            <a:gdLst>
              <a:gd name="connsiteX0" fmla="*/ 0 w 3955151"/>
              <a:gd name="connsiteY0" fmla="*/ 0 h 2314573"/>
              <a:gd name="connsiteX1" fmla="*/ 3541893 w 3955151"/>
              <a:gd name="connsiteY1" fmla="*/ 0 h 2314573"/>
              <a:gd name="connsiteX2" fmla="*/ 3955151 w 3955151"/>
              <a:gd name="connsiteY2" fmla="*/ 10116 h 2314573"/>
              <a:gd name="connsiteX3" fmla="*/ 0 w 3955151"/>
              <a:gd name="connsiteY3" fmla="*/ 2314573 h 2314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5151" h="2314573">
                <a:moveTo>
                  <a:pt x="0" y="0"/>
                </a:moveTo>
                <a:lnTo>
                  <a:pt x="3541893" y="0"/>
                </a:lnTo>
                <a:lnTo>
                  <a:pt x="3955151" y="10116"/>
                </a:lnTo>
                <a:lnTo>
                  <a:pt x="0" y="231457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sz="135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36" name="4"/>
          <p:cNvSpPr/>
          <p:nvPr/>
        </p:nvSpPr>
        <p:spPr bwMode="auto">
          <a:xfrm>
            <a:off x="-24316" y="-17417"/>
            <a:ext cx="3982023" cy="3071803"/>
          </a:xfrm>
          <a:custGeom>
            <a:avLst/>
            <a:gdLst>
              <a:gd name="connsiteX0" fmla="*/ 3934942 w 3982022"/>
              <a:gd name="connsiteY0" fmla="*/ 0 h 3071803"/>
              <a:gd name="connsiteX1" fmla="*/ 3982022 w 3982022"/>
              <a:gd name="connsiteY1" fmla="*/ 0 h 3071803"/>
              <a:gd name="connsiteX2" fmla="*/ 0 w 3982022"/>
              <a:gd name="connsiteY2" fmla="*/ 3071803 h 3071803"/>
              <a:gd name="connsiteX3" fmla="*/ 0 w 3982022"/>
              <a:gd name="connsiteY3" fmla="*/ 1848528 h 3071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82022" h="3071803">
                <a:moveTo>
                  <a:pt x="3934942" y="0"/>
                </a:moveTo>
                <a:lnTo>
                  <a:pt x="3982022" y="0"/>
                </a:lnTo>
                <a:lnTo>
                  <a:pt x="0" y="3071803"/>
                </a:lnTo>
                <a:lnTo>
                  <a:pt x="0" y="1848528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sz="135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44" name="3"/>
          <p:cNvSpPr/>
          <p:nvPr/>
        </p:nvSpPr>
        <p:spPr bwMode="auto">
          <a:xfrm>
            <a:off x="9290264" y="2687956"/>
            <a:ext cx="2925237" cy="3476625"/>
          </a:xfrm>
          <a:custGeom>
            <a:avLst/>
            <a:gdLst>
              <a:gd name="connsiteX0" fmla="*/ 2919413 w 2925237"/>
              <a:gd name="connsiteY0" fmla="*/ 0 h 3476625"/>
              <a:gd name="connsiteX1" fmla="*/ 2925237 w 2925237"/>
              <a:gd name="connsiteY1" fmla="*/ 163915 h 3476625"/>
              <a:gd name="connsiteX2" fmla="*/ 2925237 w 2925237"/>
              <a:gd name="connsiteY2" fmla="*/ 3398721 h 3476625"/>
              <a:gd name="connsiteX3" fmla="*/ 0 w 2925237"/>
              <a:gd name="connsiteY3" fmla="*/ 3476625 h 3476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5237" h="3476625">
                <a:moveTo>
                  <a:pt x="2919413" y="0"/>
                </a:moveTo>
                <a:lnTo>
                  <a:pt x="2925237" y="163915"/>
                </a:lnTo>
                <a:lnTo>
                  <a:pt x="2925237" y="3398721"/>
                </a:lnTo>
                <a:lnTo>
                  <a:pt x="0" y="3476625"/>
                </a:lnTo>
                <a:close/>
              </a:path>
            </a:pathLst>
          </a:custGeom>
          <a:solidFill>
            <a:srgbClr val="EFEF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sz="135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42" name="2"/>
          <p:cNvSpPr/>
          <p:nvPr/>
        </p:nvSpPr>
        <p:spPr bwMode="auto">
          <a:xfrm>
            <a:off x="8237752" y="4131556"/>
            <a:ext cx="3977749" cy="2758695"/>
          </a:xfrm>
          <a:custGeom>
            <a:avLst/>
            <a:gdLst>
              <a:gd name="connsiteX0" fmla="*/ 3977749 w 3977749"/>
              <a:gd name="connsiteY0" fmla="*/ 0 h 2758695"/>
              <a:gd name="connsiteX1" fmla="*/ 3977749 w 3977749"/>
              <a:gd name="connsiteY1" fmla="*/ 2758695 h 2758695"/>
              <a:gd name="connsiteX2" fmla="*/ 626774 w 3977749"/>
              <a:gd name="connsiteY2" fmla="*/ 2758695 h 2758695"/>
              <a:gd name="connsiteX3" fmla="*/ 0 w 3977749"/>
              <a:gd name="connsiteY3" fmla="*/ 2734703 h 2758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7749" h="2758695">
                <a:moveTo>
                  <a:pt x="3977749" y="0"/>
                </a:moveTo>
                <a:lnTo>
                  <a:pt x="3977749" y="2758695"/>
                </a:lnTo>
                <a:lnTo>
                  <a:pt x="626774" y="2758695"/>
                </a:lnTo>
                <a:lnTo>
                  <a:pt x="0" y="2734703"/>
                </a:lnTo>
                <a:close/>
              </a:path>
            </a:pathLst>
          </a:custGeom>
          <a:solidFill>
            <a:srgbClr val="4F7F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sz="135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43" name="1"/>
          <p:cNvSpPr/>
          <p:nvPr/>
        </p:nvSpPr>
        <p:spPr bwMode="auto">
          <a:xfrm>
            <a:off x="7875576" y="4899188"/>
            <a:ext cx="4339925" cy="1991063"/>
          </a:xfrm>
          <a:custGeom>
            <a:avLst/>
            <a:gdLst>
              <a:gd name="connsiteX0" fmla="*/ 4339925 w 4339925"/>
              <a:gd name="connsiteY0" fmla="*/ 0 h 1991063"/>
              <a:gd name="connsiteX1" fmla="*/ 4339925 w 4339925"/>
              <a:gd name="connsiteY1" fmla="*/ 913141 h 1991063"/>
              <a:gd name="connsiteX2" fmla="*/ 305017 w 4339925"/>
              <a:gd name="connsiteY2" fmla="*/ 1991063 h 1991063"/>
              <a:gd name="connsiteX3" fmla="*/ 0 w 4339925"/>
              <a:gd name="connsiteY3" fmla="*/ 1991063 h 1991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9925" h="1991063">
                <a:moveTo>
                  <a:pt x="4339925" y="0"/>
                </a:moveTo>
                <a:lnTo>
                  <a:pt x="4339925" y="913141"/>
                </a:lnTo>
                <a:lnTo>
                  <a:pt x="305017" y="1991063"/>
                </a:lnTo>
                <a:lnTo>
                  <a:pt x="0" y="199106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sz="1355">
              <a:solidFill>
                <a:prstClr val="black"/>
              </a:solidFill>
              <a:cs typeface="+mn-ea"/>
              <a:sym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26263E5-3E82-289A-34C2-7199BB1DB0E9}"/>
              </a:ext>
            </a:extLst>
          </p:cNvPr>
          <p:cNvGrpSpPr/>
          <p:nvPr/>
        </p:nvGrpSpPr>
        <p:grpSpPr>
          <a:xfrm>
            <a:off x="1963272" y="1758693"/>
            <a:ext cx="8936132" cy="3082290"/>
            <a:chOff x="2215738" y="895350"/>
            <a:chExt cx="8936132" cy="3082290"/>
          </a:xfrm>
        </p:grpSpPr>
        <p:sp>
          <p:nvSpPr>
            <p:cNvPr id="14" name="PA_矩形 3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2215738" y="2167981"/>
              <a:ext cx="8670477" cy="17232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872" tIns="60936" rIns="121872" bIns="60936" numCol="1" anchor="t" anchorCtr="0" compatLnSpc="1">
              <a:normAutofit fontScale="62500" lnSpcReduction="20000"/>
            </a:bodyPr>
            <a:lstStyle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/>
                </a:defRPr>
              </a:lvl2pPr>
              <a:lvl3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/>
                </a:defRPr>
              </a:lvl3pPr>
              <a:lvl4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/>
                </a:defRPr>
              </a:lvl4pPr>
              <a:lvl5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/>
                </a:defRPr>
              </a:lvl5pPr>
              <a:lvl6pPr marL="4572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/>
                </a:defRPr>
              </a:lvl6pPr>
              <a:lvl7pPr marL="9144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/>
                </a:defRPr>
              </a:lvl7pPr>
              <a:lvl8pPr marL="13716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/>
                </a:defRPr>
              </a:lvl8pPr>
              <a:lvl9pPr marL="18288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vi-VN" sz="6400" b="1" dirty="0">
                  <a:solidFill>
                    <a:schemeClr val="accent1">
                      <a:lumMod val="75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CẢM ƠN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vi-VN" sz="6400" b="1" dirty="0">
                  <a:solidFill>
                    <a:schemeClr val="accent1">
                      <a:lumMod val="75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THẦY CÔ VÀ CÁC BẠN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vi-VN" sz="6400" b="1" dirty="0">
                  <a:solidFill>
                    <a:schemeClr val="accent1">
                      <a:lumMod val="75000"/>
                    </a:schemeClr>
                  </a:solidFill>
                  <a:latin typeface="Noto Sans"/>
                  <a:ea typeface="Noto Sans"/>
                  <a:cs typeface="+mn-ea"/>
                  <a:sym typeface="+mn-lt"/>
                </a:rPr>
                <a:t>ĐÃ THEO DÕI</a:t>
              </a:r>
              <a:endParaRPr lang="vi-VN" altLang="vi-VN" sz="6400" b="1" dirty="0">
                <a:solidFill>
                  <a:schemeClr val="accent1">
                    <a:lumMod val="75000"/>
                  </a:schemeClr>
                </a:solidFill>
                <a:latin typeface="Noto Sans"/>
                <a:ea typeface="Noto Sans"/>
                <a:cs typeface="+mn-ea"/>
                <a:sym typeface="+mn-lt"/>
              </a:endParaRPr>
            </a:p>
          </p:txBody>
        </p:sp>
        <p:sp>
          <p:nvSpPr>
            <p:cNvPr id="23" name="任意多边形 22"/>
            <p:cNvSpPr/>
            <p:nvPr/>
          </p:nvSpPr>
          <p:spPr>
            <a:xfrm>
              <a:off x="2371090" y="1602740"/>
              <a:ext cx="8780780" cy="2374900"/>
            </a:xfrm>
            <a:custGeom>
              <a:avLst/>
              <a:gdLst>
                <a:gd name="connsiteX0" fmla="*/ 0 w 6585492"/>
                <a:gd name="connsiteY0" fmla="*/ 0 h 2171406"/>
                <a:gd name="connsiteX1" fmla="*/ 1849289 w 6585492"/>
                <a:gd name="connsiteY1" fmla="*/ 0 h 2171406"/>
                <a:gd name="connsiteX2" fmla="*/ 1849289 w 6585492"/>
                <a:gd name="connsiteY2" fmla="*/ 149501 h 2171406"/>
                <a:gd name="connsiteX3" fmla="*/ 149501 w 6585492"/>
                <a:gd name="connsiteY3" fmla="*/ 149501 h 2171406"/>
                <a:gd name="connsiteX4" fmla="*/ 149501 w 6585492"/>
                <a:gd name="connsiteY4" fmla="*/ 2021905 h 2171406"/>
                <a:gd name="connsiteX5" fmla="*/ 6435991 w 6585492"/>
                <a:gd name="connsiteY5" fmla="*/ 2021905 h 2171406"/>
                <a:gd name="connsiteX6" fmla="*/ 6435991 w 6585492"/>
                <a:gd name="connsiteY6" fmla="*/ 149501 h 2171406"/>
                <a:gd name="connsiteX7" fmla="*/ 4399901 w 6585492"/>
                <a:gd name="connsiteY7" fmla="*/ 149501 h 2171406"/>
                <a:gd name="connsiteX8" fmla="*/ 4399901 w 6585492"/>
                <a:gd name="connsiteY8" fmla="*/ 0 h 2171406"/>
                <a:gd name="connsiteX9" fmla="*/ 6585492 w 6585492"/>
                <a:gd name="connsiteY9" fmla="*/ 0 h 2171406"/>
                <a:gd name="connsiteX10" fmla="*/ 6585492 w 6585492"/>
                <a:gd name="connsiteY10" fmla="*/ 2171406 h 2171406"/>
                <a:gd name="connsiteX11" fmla="*/ 0 w 6585492"/>
                <a:gd name="connsiteY11" fmla="*/ 2171406 h 217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585492" h="2171406">
                  <a:moveTo>
                    <a:pt x="0" y="0"/>
                  </a:moveTo>
                  <a:lnTo>
                    <a:pt x="1849289" y="0"/>
                  </a:lnTo>
                  <a:lnTo>
                    <a:pt x="1849289" y="149501"/>
                  </a:lnTo>
                  <a:lnTo>
                    <a:pt x="149501" y="149501"/>
                  </a:lnTo>
                  <a:lnTo>
                    <a:pt x="149501" y="2021905"/>
                  </a:lnTo>
                  <a:lnTo>
                    <a:pt x="6435991" y="2021905"/>
                  </a:lnTo>
                  <a:lnTo>
                    <a:pt x="6435991" y="149501"/>
                  </a:lnTo>
                  <a:lnTo>
                    <a:pt x="4399901" y="149501"/>
                  </a:lnTo>
                  <a:lnTo>
                    <a:pt x="4399901" y="0"/>
                  </a:lnTo>
                  <a:lnTo>
                    <a:pt x="6585492" y="0"/>
                  </a:lnTo>
                  <a:lnTo>
                    <a:pt x="6585492" y="2171406"/>
                  </a:lnTo>
                  <a:lnTo>
                    <a:pt x="0" y="2171406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" name="Freeform 6"/>
            <p:cNvSpPr>
              <a:spLocks noEditPoints="1"/>
            </p:cNvSpPr>
            <p:nvPr/>
          </p:nvSpPr>
          <p:spPr bwMode="auto">
            <a:xfrm>
              <a:off x="5768340" y="895350"/>
              <a:ext cx="1565275" cy="1246505"/>
            </a:xfrm>
            <a:custGeom>
              <a:avLst/>
              <a:gdLst>
                <a:gd name="T0" fmla="*/ 725 w 1364"/>
                <a:gd name="T1" fmla="*/ 847 h 1123"/>
                <a:gd name="T2" fmla="*/ 51 w 1364"/>
                <a:gd name="T3" fmla="*/ 757 h 1123"/>
                <a:gd name="T4" fmla="*/ 1159 w 1364"/>
                <a:gd name="T5" fmla="*/ 786 h 1123"/>
                <a:gd name="T6" fmla="*/ 1143 w 1364"/>
                <a:gd name="T7" fmla="*/ 765 h 1123"/>
                <a:gd name="T8" fmla="*/ 720 w 1364"/>
                <a:gd name="T9" fmla="*/ 805 h 1123"/>
                <a:gd name="T10" fmla="*/ 57 w 1364"/>
                <a:gd name="T11" fmla="*/ 484 h 1123"/>
                <a:gd name="T12" fmla="*/ 733 w 1364"/>
                <a:gd name="T13" fmla="*/ 828 h 1123"/>
                <a:gd name="T14" fmla="*/ 1158 w 1364"/>
                <a:gd name="T15" fmla="*/ 621 h 1123"/>
                <a:gd name="T16" fmla="*/ 720 w 1364"/>
                <a:gd name="T17" fmla="*/ 805 h 1123"/>
                <a:gd name="T18" fmla="*/ 1001 w 1364"/>
                <a:gd name="T19" fmla="*/ 579 h 1123"/>
                <a:gd name="T20" fmla="*/ 990 w 1364"/>
                <a:gd name="T21" fmla="*/ 441 h 1123"/>
                <a:gd name="T22" fmla="*/ 284 w 1364"/>
                <a:gd name="T23" fmla="*/ 432 h 1123"/>
                <a:gd name="T24" fmla="*/ 71 w 1364"/>
                <a:gd name="T25" fmla="*/ 478 h 1123"/>
                <a:gd name="T26" fmla="*/ 720 w 1364"/>
                <a:gd name="T27" fmla="*/ 1101 h 1123"/>
                <a:gd name="T28" fmla="*/ 57 w 1364"/>
                <a:gd name="T29" fmla="*/ 780 h 1123"/>
                <a:gd name="T30" fmla="*/ 733 w 1364"/>
                <a:gd name="T31" fmla="*/ 1123 h 1123"/>
                <a:gd name="T32" fmla="*/ 1158 w 1364"/>
                <a:gd name="T33" fmla="*/ 917 h 1123"/>
                <a:gd name="T34" fmla="*/ 720 w 1364"/>
                <a:gd name="T35" fmla="*/ 1101 h 1123"/>
                <a:gd name="T36" fmla="*/ 1067 w 1364"/>
                <a:gd name="T37" fmla="*/ 344 h 1123"/>
                <a:gd name="T38" fmla="*/ 1056 w 1364"/>
                <a:gd name="T39" fmla="*/ 368 h 1123"/>
                <a:gd name="T40" fmla="*/ 1063 w 1364"/>
                <a:gd name="T41" fmla="*/ 404 h 1123"/>
                <a:gd name="T42" fmla="*/ 1035 w 1364"/>
                <a:gd name="T43" fmla="*/ 562 h 1123"/>
                <a:gd name="T44" fmla="*/ 1115 w 1364"/>
                <a:gd name="T45" fmla="*/ 422 h 1123"/>
                <a:gd name="T46" fmla="*/ 1106 w 1364"/>
                <a:gd name="T47" fmla="*/ 389 h 1123"/>
                <a:gd name="T48" fmla="*/ 1114 w 1364"/>
                <a:gd name="T49" fmla="*/ 352 h 1123"/>
                <a:gd name="T50" fmla="*/ 1104 w 1364"/>
                <a:gd name="T51" fmla="*/ 226 h 1123"/>
                <a:gd name="T52" fmla="*/ 1356 w 1364"/>
                <a:gd name="T53" fmla="*/ 174 h 1123"/>
                <a:gd name="T54" fmla="*/ 773 w 1364"/>
                <a:gd name="T55" fmla="*/ 4 h 1123"/>
                <a:gd name="T56" fmla="*/ 413 w 1364"/>
                <a:gd name="T57" fmla="*/ 28 h 1123"/>
                <a:gd name="T58" fmla="*/ 11 w 1364"/>
                <a:gd name="T59" fmla="*/ 76 h 1123"/>
                <a:gd name="T60" fmla="*/ 480 w 1364"/>
                <a:gd name="T61" fmla="*/ 323 h 1123"/>
                <a:gd name="T62" fmla="*/ 1039 w 1364"/>
                <a:gd name="T63" fmla="*/ 238 h 1123"/>
                <a:gd name="T64" fmla="*/ 628 w 1364"/>
                <a:gd name="T65" fmla="*/ 161 h 1123"/>
                <a:gd name="T66" fmla="*/ 1054 w 1364"/>
                <a:gd name="T67" fmla="*/ 204 h 1123"/>
                <a:gd name="T68" fmla="*/ 961 w 1364"/>
                <a:gd name="T69" fmla="*/ 281 h 1123"/>
                <a:gd name="T70" fmla="*/ 315 w 1364"/>
                <a:gd name="T71" fmla="*/ 432 h 1123"/>
                <a:gd name="T72" fmla="*/ 466 w 1364"/>
                <a:gd name="T73" fmla="*/ 350 h 1123"/>
                <a:gd name="T74" fmla="*/ 961 w 1364"/>
                <a:gd name="T75" fmla="*/ 281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64" h="1123">
                  <a:moveTo>
                    <a:pt x="717" y="953"/>
                  </a:moveTo>
                  <a:cubicBezTo>
                    <a:pt x="707" y="917"/>
                    <a:pt x="707" y="881"/>
                    <a:pt x="725" y="847"/>
                  </a:cubicBezTo>
                  <a:lnTo>
                    <a:pt x="54" y="632"/>
                  </a:lnTo>
                  <a:cubicBezTo>
                    <a:pt x="28" y="665"/>
                    <a:pt x="21" y="710"/>
                    <a:pt x="51" y="757"/>
                  </a:cubicBezTo>
                  <a:lnTo>
                    <a:pt x="730" y="975"/>
                  </a:lnTo>
                  <a:lnTo>
                    <a:pt x="1159" y="786"/>
                  </a:lnTo>
                  <a:cubicBezTo>
                    <a:pt x="1170" y="781"/>
                    <a:pt x="1169" y="773"/>
                    <a:pt x="1155" y="768"/>
                  </a:cubicBezTo>
                  <a:lnTo>
                    <a:pt x="1143" y="765"/>
                  </a:lnTo>
                  <a:lnTo>
                    <a:pt x="717" y="953"/>
                  </a:lnTo>
                  <a:close/>
                  <a:moveTo>
                    <a:pt x="720" y="805"/>
                  </a:moveTo>
                  <a:cubicBezTo>
                    <a:pt x="710" y="770"/>
                    <a:pt x="710" y="734"/>
                    <a:pt x="729" y="700"/>
                  </a:cubicBezTo>
                  <a:lnTo>
                    <a:pt x="57" y="484"/>
                  </a:lnTo>
                  <a:cubicBezTo>
                    <a:pt x="31" y="518"/>
                    <a:pt x="24" y="563"/>
                    <a:pt x="55" y="610"/>
                  </a:cubicBezTo>
                  <a:lnTo>
                    <a:pt x="733" y="828"/>
                  </a:lnTo>
                  <a:lnTo>
                    <a:pt x="1162" y="639"/>
                  </a:lnTo>
                  <a:cubicBezTo>
                    <a:pt x="1174" y="633"/>
                    <a:pt x="1172" y="626"/>
                    <a:pt x="1158" y="621"/>
                  </a:cubicBezTo>
                  <a:lnTo>
                    <a:pt x="1146" y="617"/>
                  </a:lnTo>
                  <a:lnTo>
                    <a:pt x="720" y="805"/>
                  </a:lnTo>
                  <a:close/>
                  <a:moveTo>
                    <a:pt x="742" y="694"/>
                  </a:moveTo>
                  <a:lnTo>
                    <a:pt x="1001" y="579"/>
                  </a:lnTo>
                  <a:lnTo>
                    <a:pt x="1021" y="451"/>
                  </a:lnTo>
                  <a:lnTo>
                    <a:pt x="990" y="441"/>
                  </a:lnTo>
                  <a:cubicBezTo>
                    <a:pt x="976" y="548"/>
                    <a:pt x="711" y="556"/>
                    <a:pt x="638" y="556"/>
                  </a:cubicBezTo>
                  <a:cubicBezTo>
                    <a:pt x="562" y="556"/>
                    <a:pt x="284" y="548"/>
                    <a:pt x="284" y="432"/>
                  </a:cubicBezTo>
                  <a:lnTo>
                    <a:pt x="284" y="384"/>
                  </a:lnTo>
                  <a:lnTo>
                    <a:pt x="71" y="478"/>
                  </a:lnTo>
                  <a:lnTo>
                    <a:pt x="742" y="694"/>
                  </a:lnTo>
                  <a:close/>
                  <a:moveTo>
                    <a:pt x="720" y="1101"/>
                  </a:moveTo>
                  <a:cubicBezTo>
                    <a:pt x="710" y="1066"/>
                    <a:pt x="710" y="1030"/>
                    <a:pt x="728" y="995"/>
                  </a:cubicBezTo>
                  <a:lnTo>
                    <a:pt x="57" y="780"/>
                  </a:lnTo>
                  <a:cubicBezTo>
                    <a:pt x="31" y="814"/>
                    <a:pt x="24" y="858"/>
                    <a:pt x="54" y="906"/>
                  </a:cubicBezTo>
                  <a:lnTo>
                    <a:pt x="733" y="1123"/>
                  </a:lnTo>
                  <a:lnTo>
                    <a:pt x="1162" y="934"/>
                  </a:lnTo>
                  <a:cubicBezTo>
                    <a:pt x="1173" y="929"/>
                    <a:pt x="1171" y="921"/>
                    <a:pt x="1158" y="917"/>
                  </a:cubicBezTo>
                  <a:lnTo>
                    <a:pt x="1146" y="913"/>
                  </a:lnTo>
                  <a:lnTo>
                    <a:pt x="720" y="1101"/>
                  </a:lnTo>
                  <a:close/>
                  <a:moveTo>
                    <a:pt x="1067" y="219"/>
                  </a:moveTo>
                  <a:lnTo>
                    <a:pt x="1067" y="344"/>
                  </a:lnTo>
                  <a:cubicBezTo>
                    <a:pt x="1062" y="345"/>
                    <a:pt x="1058" y="348"/>
                    <a:pt x="1058" y="352"/>
                  </a:cubicBezTo>
                  <a:lnTo>
                    <a:pt x="1056" y="368"/>
                  </a:lnTo>
                  <a:cubicBezTo>
                    <a:pt x="1056" y="378"/>
                    <a:pt x="1065" y="382"/>
                    <a:pt x="1064" y="389"/>
                  </a:cubicBezTo>
                  <a:lnTo>
                    <a:pt x="1063" y="404"/>
                  </a:lnTo>
                  <a:cubicBezTo>
                    <a:pt x="1063" y="410"/>
                    <a:pt x="1057" y="415"/>
                    <a:pt x="1056" y="422"/>
                  </a:cubicBezTo>
                  <a:lnTo>
                    <a:pt x="1035" y="562"/>
                  </a:lnTo>
                  <a:cubicBezTo>
                    <a:pt x="1043" y="579"/>
                    <a:pt x="1127" y="579"/>
                    <a:pt x="1136" y="562"/>
                  </a:cubicBezTo>
                  <a:lnTo>
                    <a:pt x="1115" y="422"/>
                  </a:lnTo>
                  <a:cubicBezTo>
                    <a:pt x="1114" y="415"/>
                    <a:pt x="1108" y="410"/>
                    <a:pt x="1107" y="404"/>
                  </a:cubicBezTo>
                  <a:lnTo>
                    <a:pt x="1106" y="389"/>
                  </a:lnTo>
                  <a:cubicBezTo>
                    <a:pt x="1106" y="381"/>
                    <a:pt x="1115" y="379"/>
                    <a:pt x="1115" y="369"/>
                  </a:cubicBezTo>
                  <a:lnTo>
                    <a:pt x="1114" y="352"/>
                  </a:lnTo>
                  <a:cubicBezTo>
                    <a:pt x="1113" y="347"/>
                    <a:pt x="1109" y="344"/>
                    <a:pt x="1104" y="344"/>
                  </a:cubicBezTo>
                  <a:cubicBezTo>
                    <a:pt x="1104" y="218"/>
                    <a:pt x="1104" y="362"/>
                    <a:pt x="1104" y="226"/>
                  </a:cubicBezTo>
                  <a:lnTo>
                    <a:pt x="1356" y="183"/>
                  </a:lnTo>
                  <a:cubicBezTo>
                    <a:pt x="1362" y="182"/>
                    <a:pt x="1364" y="177"/>
                    <a:pt x="1356" y="174"/>
                  </a:cubicBezTo>
                  <a:cubicBezTo>
                    <a:pt x="1235" y="139"/>
                    <a:pt x="1125" y="107"/>
                    <a:pt x="1024" y="77"/>
                  </a:cubicBezTo>
                  <a:cubicBezTo>
                    <a:pt x="934" y="51"/>
                    <a:pt x="850" y="26"/>
                    <a:pt x="773" y="4"/>
                  </a:cubicBezTo>
                  <a:cubicBezTo>
                    <a:pt x="759" y="0"/>
                    <a:pt x="750" y="0"/>
                    <a:pt x="736" y="1"/>
                  </a:cubicBezTo>
                  <a:cubicBezTo>
                    <a:pt x="635" y="9"/>
                    <a:pt x="527" y="18"/>
                    <a:pt x="413" y="28"/>
                  </a:cubicBezTo>
                  <a:cubicBezTo>
                    <a:pt x="289" y="39"/>
                    <a:pt x="155" y="50"/>
                    <a:pt x="12" y="62"/>
                  </a:cubicBezTo>
                  <a:cubicBezTo>
                    <a:pt x="0" y="64"/>
                    <a:pt x="3" y="73"/>
                    <a:pt x="11" y="76"/>
                  </a:cubicBezTo>
                  <a:cubicBezTo>
                    <a:pt x="68" y="106"/>
                    <a:pt x="130" y="139"/>
                    <a:pt x="198" y="175"/>
                  </a:cubicBezTo>
                  <a:cubicBezTo>
                    <a:pt x="281" y="219"/>
                    <a:pt x="374" y="268"/>
                    <a:pt x="480" y="323"/>
                  </a:cubicBezTo>
                  <a:cubicBezTo>
                    <a:pt x="489" y="328"/>
                    <a:pt x="508" y="330"/>
                    <a:pt x="523" y="327"/>
                  </a:cubicBezTo>
                  <a:cubicBezTo>
                    <a:pt x="695" y="298"/>
                    <a:pt x="867" y="268"/>
                    <a:pt x="1039" y="238"/>
                  </a:cubicBezTo>
                  <a:cubicBezTo>
                    <a:pt x="1038" y="232"/>
                    <a:pt x="1036" y="229"/>
                    <a:pt x="1029" y="227"/>
                  </a:cubicBezTo>
                  <a:lnTo>
                    <a:pt x="628" y="161"/>
                  </a:lnTo>
                  <a:cubicBezTo>
                    <a:pt x="593" y="156"/>
                    <a:pt x="599" y="131"/>
                    <a:pt x="619" y="134"/>
                  </a:cubicBezTo>
                  <a:lnTo>
                    <a:pt x="1054" y="204"/>
                  </a:lnTo>
                  <a:cubicBezTo>
                    <a:pt x="1062" y="206"/>
                    <a:pt x="1066" y="211"/>
                    <a:pt x="1067" y="219"/>
                  </a:cubicBezTo>
                  <a:close/>
                  <a:moveTo>
                    <a:pt x="961" y="281"/>
                  </a:moveTo>
                  <a:lnTo>
                    <a:pt x="961" y="432"/>
                  </a:lnTo>
                  <a:cubicBezTo>
                    <a:pt x="961" y="557"/>
                    <a:pt x="315" y="557"/>
                    <a:pt x="315" y="432"/>
                  </a:cubicBezTo>
                  <a:lnTo>
                    <a:pt x="315" y="270"/>
                  </a:lnTo>
                  <a:cubicBezTo>
                    <a:pt x="365" y="296"/>
                    <a:pt x="415" y="323"/>
                    <a:pt x="466" y="350"/>
                  </a:cubicBezTo>
                  <a:cubicBezTo>
                    <a:pt x="483" y="359"/>
                    <a:pt x="509" y="360"/>
                    <a:pt x="528" y="357"/>
                  </a:cubicBezTo>
                  <a:cubicBezTo>
                    <a:pt x="672" y="331"/>
                    <a:pt x="816" y="306"/>
                    <a:pt x="961" y="28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" name="矩形 2"/>
          <p:cNvSpPr/>
          <p:nvPr/>
        </p:nvSpPr>
        <p:spPr>
          <a:xfrm rot="18903724">
            <a:off x="-612775" y="5980430"/>
            <a:ext cx="4185285" cy="3201035"/>
          </a:xfrm>
          <a:prstGeom prst="rect">
            <a:avLst/>
          </a:prstGeom>
          <a:solidFill>
            <a:srgbClr val="7BA0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  <p:bldP spid="36" grpId="0" animBg="1"/>
      <p:bldP spid="44" grpId="0" animBg="1"/>
      <p:bldP spid="42" grpId="0" animBg="1"/>
      <p:bldP spid="4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2.6 unknown"/>
  <p:tag name="AS_RELEASE_DATE" val="2021.11.30"/>
  <p:tag name="AS_TITLE" val="Aspose.Slides for Java"/>
  <p:tag name="AS_VERSION" val="21.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Arial Narrow"/>
        <a:ea typeface="微软雅黑"/>
        <a:cs typeface="Arial"/>
      </a:majorFont>
      <a:minorFont>
        <a:latin typeface="Century Gothic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自定义 1">
      <a:dk1>
        <a:srgbClr val="FFFFFF"/>
      </a:dk1>
      <a:lt1>
        <a:srgbClr val="000000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自定义 1">
      <a:majorFont>
        <a:latin typeface="Arial Narrow"/>
        <a:ea typeface="微软雅黑"/>
        <a:cs typeface="Arial"/>
      </a:majorFont>
      <a:minorFont>
        <a:latin typeface="Century Gothic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hfdrusjd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5623</TotalTime>
  <Words>753</Words>
  <Application>Microsoft Office PowerPoint</Application>
  <PresentationFormat>Widescreen</PresentationFormat>
  <Paragraphs>140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等线</vt:lpstr>
      <vt:lpstr>微软雅黑</vt:lpstr>
      <vt:lpstr>Arial</vt:lpstr>
      <vt:lpstr>Calibri</vt:lpstr>
      <vt:lpstr>Century Gothic</vt:lpstr>
      <vt:lpstr>Lifeline JL</vt:lpstr>
      <vt:lpstr>Noto Sans</vt:lpstr>
      <vt:lpstr>Roboto</vt:lpstr>
      <vt:lpstr>方正兰亭中粗黑_GBK</vt:lpstr>
      <vt:lpstr>1_Office 主题​​</vt:lpstr>
      <vt:lpstr>2_Office 主题​​</vt:lpstr>
      <vt:lpstr>3_Office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001zyc</dc:title>
  <dc:creator>优品PPT</dc:creator>
  <dc:description>http://www.ypppt.com/</dc:description>
  <cp:lastModifiedBy>khánh đinh</cp:lastModifiedBy>
  <cp:revision>234</cp:revision>
  <dcterms:created xsi:type="dcterms:W3CDTF">2018-08-06T06:49:00Z</dcterms:created>
  <dcterms:modified xsi:type="dcterms:W3CDTF">2025-11-15T14:58:50Z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2052-10.8.0.6470</vt:lpwstr>
  </property>
</Properties>
</file>